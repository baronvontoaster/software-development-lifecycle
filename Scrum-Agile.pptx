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98" r:id="rId5"/>
    <p:sldId id="297" r:id="rId6"/>
    <p:sldId id="299" r:id="rId7"/>
    <p:sldId id="300" r:id="rId8"/>
    <p:sldId id="295" r:id="rId9"/>
    <p:sldId id="301" r:id="rId10"/>
    <p:sldId id="302" r:id="rId11"/>
    <p:sldId id="284" r:id="rId12"/>
    <p:sldId id="285" r:id="rId13"/>
    <p:sldId id="296" r:id="rId14"/>
    <p:sldId id="25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99CD0C-070A-4F44-9339-19E1639182AB}" v="51" dt="2026-06-22T00:08:56.728"/>
  </p1510:revLst>
</p1510:revInfo>
</file>

<file path=ppt/tableStyles.xml><?xml version="1.0" encoding="utf-8"?>
<a:tblStyleLst xmlns:a="http://schemas.openxmlformats.org/drawingml/2006/main" def="{073A0DAA-6AF3-43AB-8588-CEC1D06C72B9}"/>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712" autoAdjust="0"/>
  </p:normalViewPr>
  <p:slideViewPr>
    <p:cSldViewPr snapToGrid="0">
      <p:cViewPr varScale="1">
        <p:scale>
          <a:sx n="73" d="100"/>
          <a:sy n="73" d="100"/>
        </p:scale>
        <p:origin x="64" y="428"/>
      </p:cViewPr>
      <p:guideLst/>
    </p:cSldViewPr>
  </p:slideViewPr>
  <p:outlineViewPr>
    <p:cViewPr>
      <p:scale>
        <a:sx n="33" d="100"/>
        <a:sy n="33" d="100"/>
      </p:scale>
      <p:origin x="0" y="-942"/>
    </p:cViewPr>
  </p:outlineViewPr>
  <p:notesTextViewPr>
    <p:cViewPr>
      <p:scale>
        <a:sx n="3" d="2"/>
        <a:sy n="3" d="2"/>
      </p:scale>
      <p:origin x="0" y="0"/>
    </p:cViewPr>
  </p:notesTextViewPr>
  <p:sorterViewPr>
    <p:cViewPr>
      <p:scale>
        <a:sx n="75" d="100"/>
        <a:sy n="75" d="100"/>
      </p:scale>
      <p:origin x="0" y="0"/>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Cummings" userId="b7b3335e4dcacd1b" providerId="LiveId" clId="{A43FA435-65A2-4EF4-B27F-1C6265B3674E}"/>
    <pc:docChg chg="undo custSel addSld delSld modSld sldOrd">
      <pc:chgData name="James Cummings" userId="b7b3335e4dcacd1b" providerId="LiveId" clId="{A43FA435-65A2-4EF4-B27F-1C6265B3674E}" dt="2026-06-22T00:20:34.172" v="6848" actId="20577"/>
      <pc:docMkLst>
        <pc:docMk/>
      </pc:docMkLst>
      <pc:sldChg chg="addSp modSp">
        <pc:chgData name="James Cummings" userId="b7b3335e4dcacd1b" providerId="LiveId" clId="{A43FA435-65A2-4EF4-B27F-1C6265B3674E}" dt="2026-06-21T23:41:47.899" v="3847"/>
        <pc:sldMkLst>
          <pc:docMk/>
          <pc:sldMk cId="59582380" sldId="256"/>
        </pc:sldMkLst>
        <pc:picChg chg="add mod">
          <ac:chgData name="James Cummings" userId="b7b3335e4dcacd1b" providerId="LiveId" clId="{A43FA435-65A2-4EF4-B27F-1C6265B3674E}" dt="2026-06-21T23:41:47.899" v="3847"/>
          <ac:picMkLst>
            <pc:docMk/>
            <pc:sldMk cId="59582380" sldId="256"/>
            <ac:picMk id="5" creationId="{71DDE2B4-A431-FD52-A455-2144966382CC}"/>
          </ac:picMkLst>
        </pc:picChg>
      </pc:sldChg>
      <pc:sldChg chg="modSp mod ord">
        <pc:chgData name="James Cummings" userId="b7b3335e4dcacd1b" providerId="LiveId" clId="{A43FA435-65A2-4EF4-B27F-1C6265B3674E}" dt="2026-06-21T23:23:20.786" v="1839"/>
        <pc:sldMkLst>
          <pc:docMk/>
          <pc:sldMk cId="3188837873" sldId="284"/>
        </pc:sldMkLst>
        <pc:spChg chg="mod">
          <ac:chgData name="James Cummings" userId="b7b3335e4dcacd1b" providerId="LiveId" clId="{A43FA435-65A2-4EF4-B27F-1C6265B3674E}" dt="2026-06-21T22:59:01.473" v="1118" actId="20577"/>
          <ac:spMkLst>
            <pc:docMk/>
            <pc:sldMk cId="3188837873" sldId="284"/>
            <ac:spMk id="3" creationId="{7CA42D59-EAD6-4F95-84F1-32A30F057856}"/>
          </ac:spMkLst>
        </pc:spChg>
        <pc:spChg chg="mod">
          <ac:chgData name="James Cummings" userId="b7b3335e4dcacd1b" providerId="LiveId" clId="{A43FA435-65A2-4EF4-B27F-1C6265B3674E}" dt="2026-06-21T22:53:59.922" v="303" actId="20577"/>
          <ac:spMkLst>
            <pc:docMk/>
            <pc:sldMk cId="3188837873" sldId="284"/>
            <ac:spMk id="4" creationId="{6AB259A0-0017-492F-A0DC-4B70C7052AE0}"/>
          </ac:spMkLst>
        </pc:spChg>
        <pc:spChg chg="mod">
          <ac:chgData name="James Cummings" userId="b7b3335e4dcacd1b" providerId="LiveId" clId="{A43FA435-65A2-4EF4-B27F-1C6265B3674E}" dt="2026-06-21T22:57:11.093" v="786" actId="20577"/>
          <ac:spMkLst>
            <pc:docMk/>
            <pc:sldMk cId="3188837873" sldId="284"/>
            <ac:spMk id="5" creationId="{CEEB3BAE-C0B2-447C-B8BE-96C6BD84D658}"/>
          </ac:spMkLst>
        </pc:spChg>
        <pc:spChg chg="mod">
          <ac:chgData name="James Cummings" userId="b7b3335e4dcacd1b" providerId="LiveId" clId="{A43FA435-65A2-4EF4-B27F-1C6265B3674E}" dt="2026-06-21T22:54:09.019" v="328" actId="20577"/>
          <ac:spMkLst>
            <pc:docMk/>
            <pc:sldMk cId="3188837873" sldId="284"/>
            <ac:spMk id="6" creationId="{B237D1CA-B91A-410E-A968-D017BBE99F99}"/>
          </ac:spMkLst>
        </pc:spChg>
        <pc:spChg chg="mod">
          <ac:chgData name="James Cummings" userId="b7b3335e4dcacd1b" providerId="LiveId" clId="{A43FA435-65A2-4EF4-B27F-1C6265B3674E}" dt="2026-06-21T22:57:52.643" v="895" actId="20577"/>
          <ac:spMkLst>
            <pc:docMk/>
            <pc:sldMk cId="3188837873" sldId="284"/>
            <ac:spMk id="7" creationId="{26A87885-D672-4CF9-A78D-CFE98385B03A}"/>
          </ac:spMkLst>
        </pc:spChg>
      </pc:sldChg>
      <pc:sldChg chg="addSp modSp mod">
        <pc:chgData name="James Cummings" userId="b7b3335e4dcacd1b" providerId="LiveId" clId="{A43FA435-65A2-4EF4-B27F-1C6265B3674E}" dt="2026-06-22T00:08:56.728" v="5296"/>
        <pc:sldMkLst>
          <pc:docMk/>
          <pc:sldMk cId="665219316" sldId="285"/>
        </pc:sldMkLst>
        <pc:spChg chg="add mod">
          <ac:chgData name="James Cummings" userId="b7b3335e4dcacd1b" providerId="LiveId" clId="{A43FA435-65A2-4EF4-B27F-1C6265B3674E}" dt="2026-06-22T00:08:56.728" v="5296"/>
          <ac:spMkLst>
            <pc:docMk/>
            <pc:sldMk cId="665219316" sldId="285"/>
            <ac:spMk id="2" creationId="{11C84496-58F3-450D-03D6-6840A80361B2}"/>
          </ac:spMkLst>
        </pc:spChg>
        <pc:spChg chg="mod">
          <ac:chgData name="James Cummings" userId="b7b3335e4dcacd1b" providerId="LiveId" clId="{A43FA435-65A2-4EF4-B27F-1C6265B3674E}" dt="2026-06-21T22:47:53.487" v="258" actId="1076"/>
          <ac:spMkLst>
            <pc:docMk/>
            <pc:sldMk cId="665219316" sldId="285"/>
            <ac:spMk id="4" creationId="{3B86E961-B76E-423F-995E-11B31E921437}"/>
          </ac:spMkLst>
        </pc:spChg>
        <pc:picChg chg="add mod">
          <ac:chgData name="James Cummings" userId="b7b3335e4dcacd1b" providerId="LiveId" clId="{A43FA435-65A2-4EF4-B27F-1C6265B3674E}" dt="2026-06-21T23:41:41.690" v="3845"/>
          <ac:picMkLst>
            <pc:docMk/>
            <pc:sldMk cId="665219316" sldId="285"/>
            <ac:picMk id="3" creationId="{CA507D3C-9B6B-E7C5-972B-707F2F00FD7E}"/>
          </ac:picMkLst>
        </pc:picChg>
      </pc:sldChg>
      <pc:sldChg chg="addSp modSp del ord">
        <pc:chgData name="James Cummings" userId="b7b3335e4dcacd1b" providerId="LiveId" clId="{A43FA435-65A2-4EF4-B27F-1C6265B3674E}" dt="2026-06-21T23:42:03.621" v="3848" actId="2696"/>
        <pc:sldMkLst>
          <pc:docMk/>
          <pc:sldMk cId="25800700" sldId="294"/>
        </pc:sldMkLst>
        <pc:picChg chg="add mod">
          <ac:chgData name="James Cummings" userId="b7b3335e4dcacd1b" providerId="LiveId" clId="{A43FA435-65A2-4EF4-B27F-1C6265B3674E}" dt="2026-06-21T23:41:38.275" v="3844"/>
          <ac:picMkLst>
            <pc:docMk/>
            <pc:sldMk cId="25800700" sldId="294"/>
            <ac:picMk id="5" creationId="{BE11A6BF-D32D-129F-F019-12A98E1C207B}"/>
          </ac:picMkLst>
        </pc:picChg>
      </pc:sldChg>
      <pc:sldChg chg="modSp mod">
        <pc:chgData name="James Cummings" userId="b7b3335e4dcacd1b" providerId="LiveId" clId="{A43FA435-65A2-4EF4-B27F-1C6265B3674E}" dt="2026-06-21T23:53:32.747" v="4722" actId="20577"/>
        <pc:sldMkLst>
          <pc:docMk/>
          <pc:sldMk cId="2575421478" sldId="295"/>
        </pc:sldMkLst>
        <pc:spChg chg="mod">
          <ac:chgData name="James Cummings" userId="b7b3335e4dcacd1b" providerId="LiveId" clId="{A43FA435-65A2-4EF4-B27F-1C6265B3674E}" dt="2026-06-21T23:21:17.559" v="1780" actId="20577"/>
          <ac:spMkLst>
            <pc:docMk/>
            <pc:sldMk cId="2575421478" sldId="295"/>
            <ac:spMk id="2" creationId="{E7267129-D582-495A-8F4B-6B9075899DD6}"/>
          </ac:spMkLst>
        </pc:spChg>
        <pc:spChg chg="mod">
          <ac:chgData name="James Cummings" userId="b7b3335e4dcacd1b" providerId="LiveId" clId="{A43FA435-65A2-4EF4-B27F-1C6265B3674E}" dt="2026-06-21T23:51:57.932" v="4652" actId="255"/>
          <ac:spMkLst>
            <pc:docMk/>
            <pc:sldMk cId="2575421478" sldId="295"/>
            <ac:spMk id="3" creationId="{F204AFD2-303D-4B48-AA3E-C96B74D8127A}"/>
          </ac:spMkLst>
        </pc:spChg>
        <pc:graphicFrameChg chg="mod modGraphic">
          <ac:chgData name="James Cummings" userId="b7b3335e4dcacd1b" providerId="LiveId" clId="{A43FA435-65A2-4EF4-B27F-1C6265B3674E}" dt="2026-06-21T23:53:32.747" v="4722" actId="20577"/>
          <ac:graphicFrameMkLst>
            <pc:docMk/>
            <pc:sldMk cId="2575421478" sldId="295"/>
            <ac:graphicFrameMk id="4" creationId="{BEE0921D-4C1D-4106-9AC0-F73F30E8DA3C}"/>
          </ac:graphicFrameMkLst>
        </pc:graphicFrameChg>
      </pc:sldChg>
      <pc:sldChg chg="addSp modSp">
        <pc:chgData name="James Cummings" userId="b7b3335e4dcacd1b" providerId="LiveId" clId="{A43FA435-65A2-4EF4-B27F-1C6265B3674E}" dt="2026-06-21T23:41:44.916" v="3846"/>
        <pc:sldMkLst>
          <pc:docMk/>
          <pc:sldMk cId="4153678306" sldId="296"/>
        </pc:sldMkLst>
        <pc:picChg chg="add mod">
          <ac:chgData name="James Cummings" userId="b7b3335e4dcacd1b" providerId="LiveId" clId="{A43FA435-65A2-4EF4-B27F-1C6265B3674E}" dt="2026-06-21T23:41:44.916" v="3846"/>
          <ac:picMkLst>
            <pc:docMk/>
            <pc:sldMk cId="4153678306" sldId="296"/>
            <ac:picMk id="2" creationId="{51475BDE-0895-38A8-903D-087E2F205A96}"/>
          </ac:picMkLst>
        </pc:picChg>
      </pc:sldChg>
      <pc:sldChg chg="addSp modSp mod">
        <pc:chgData name="James Cummings" userId="b7b3335e4dcacd1b" providerId="LiveId" clId="{A43FA435-65A2-4EF4-B27F-1C6265B3674E}" dt="2026-06-21T23:41:24.530" v="3841" actId="1076"/>
        <pc:sldMkLst>
          <pc:docMk/>
          <pc:sldMk cId="722098795" sldId="297"/>
        </pc:sldMkLst>
        <pc:spChg chg="mod">
          <ac:chgData name="James Cummings" userId="b7b3335e4dcacd1b" providerId="LiveId" clId="{A43FA435-65A2-4EF4-B27F-1C6265B3674E}" dt="2026-06-21T22:47:34.573" v="247"/>
          <ac:spMkLst>
            <pc:docMk/>
            <pc:sldMk cId="722098795" sldId="297"/>
            <ac:spMk id="4" creationId="{D355C61F-C8F1-4977-8E1F-F16C0D9EA88C}"/>
          </ac:spMkLst>
        </pc:spChg>
        <pc:picChg chg="add mod">
          <ac:chgData name="James Cummings" userId="b7b3335e4dcacd1b" providerId="LiveId" clId="{A43FA435-65A2-4EF4-B27F-1C6265B3674E}" dt="2026-06-21T23:41:24.530" v="3841" actId="1076"/>
          <ac:picMkLst>
            <pc:docMk/>
            <pc:sldMk cId="722098795" sldId="297"/>
            <ac:picMk id="3" creationId="{776D7878-0E8B-A364-F6B9-71EFF7ABB343}"/>
          </ac:picMkLst>
        </pc:picChg>
      </pc:sldChg>
      <pc:sldChg chg="addSp modSp add mod">
        <pc:chgData name="James Cummings" userId="b7b3335e4dcacd1b" providerId="LiveId" clId="{A43FA435-65A2-4EF4-B27F-1C6265B3674E}" dt="2026-06-21T23:41:28.189" v="3842"/>
        <pc:sldMkLst>
          <pc:docMk/>
          <pc:sldMk cId="4050726198" sldId="299"/>
        </pc:sldMkLst>
        <pc:spChg chg="mod">
          <ac:chgData name="James Cummings" userId="b7b3335e4dcacd1b" providerId="LiveId" clId="{A43FA435-65A2-4EF4-B27F-1C6265B3674E}" dt="2026-06-21T22:48:57.710" v="285" actId="20577"/>
          <ac:spMkLst>
            <pc:docMk/>
            <pc:sldMk cId="4050726198" sldId="299"/>
            <ac:spMk id="2" creationId="{83A409B4-2BB9-5180-FBA8-D9BBB192080D}"/>
          </ac:spMkLst>
        </pc:spChg>
        <pc:spChg chg="mod">
          <ac:chgData name="James Cummings" userId="b7b3335e4dcacd1b" providerId="LiveId" clId="{A43FA435-65A2-4EF4-B27F-1C6265B3674E}" dt="2026-06-21T22:50:16.807" v="289" actId="20577"/>
          <ac:spMkLst>
            <pc:docMk/>
            <pc:sldMk cId="4050726198" sldId="299"/>
            <ac:spMk id="4" creationId="{6A7855FA-B1A9-EA67-D8DF-DCEA7CB4A5D8}"/>
          </ac:spMkLst>
        </pc:spChg>
        <pc:picChg chg="add mod">
          <ac:chgData name="James Cummings" userId="b7b3335e4dcacd1b" providerId="LiveId" clId="{A43FA435-65A2-4EF4-B27F-1C6265B3674E}" dt="2026-06-21T23:41:28.189" v="3842"/>
          <ac:picMkLst>
            <pc:docMk/>
            <pc:sldMk cId="4050726198" sldId="299"/>
            <ac:picMk id="3" creationId="{A549C7AB-C20A-E1F0-E727-CDBF8C930A2C}"/>
          </ac:picMkLst>
        </pc:picChg>
      </pc:sldChg>
      <pc:sldChg chg="addSp delSp modSp add mod ord">
        <pc:chgData name="James Cummings" userId="b7b3335e4dcacd1b" providerId="LiveId" clId="{A43FA435-65A2-4EF4-B27F-1C6265B3674E}" dt="2026-06-21T23:52:02.942" v="4653" actId="255"/>
        <pc:sldMkLst>
          <pc:docMk/>
          <pc:sldMk cId="3327409517" sldId="300"/>
        </pc:sldMkLst>
        <pc:spChg chg="mod">
          <ac:chgData name="James Cummings" userId="b7b3335e4dcacd1b" providerId="LiveId" clId="{A43FA435-65A2-4EF4-B27F-1C6265B3674E}" dt="2026-06-21T23:00:47.376" v="1153" actId="20577"/>
          <ac:spMkLst>
            <pc:docMk/>
            <pc:sldMk cId="3327409517" sldId="300"/>
            <ac:spMk id="2" creationId="{548AB8F3-D2DE-C995-E056-0EE64CF33E7D}"/>
          </ac:spMkLst>
        </pc:spChg>
        <pc:spChg chg="mod">
          <ac:chgData name="James Cummings" userId="b7b3335e4dcacd1b" providerId="LiveId" clId="{A43FA435-65A2-4EF4-B27F-1C6265B3674E}" dt="2026-06-21T23:20:37.421" v="1764" actId="20577"/>
          <ac:spMkLst>
            <pc:docMk/>
            <pc:sldMk cId="3327409517" sldId="300"/>
            <ac:spMk id="3" creationId="{EA20150D-0967-0956-2D38-0D3A4CC461EB}"/>
          </ac:spMkLst>
        </pc:spChg>
        <pc:spChg chg="del mod">
          <ac:chgData name="James Cummings" userId="b7b3335e4dcacd1b" providerId="LiveId" clId="{A43FA435-65A2-4EF4-B27F-1C6265B3674E}" dt="2026-06-21T23:21:33.455" v="1792" actId="478"/>
          <ac:spMkLst>
            <pc:docMk/>
            <pc:sldMk cId="3327409517" sldId="300"/>
            <ac:spMk id="4" creationId="{3327046D-2DAA-A7E1-3FEC-15065A234163}"/>
          </ac:spMkLst>
        </pc:spChg>
        <pc:spChg chg="del mod">
          <ac:chgData name="James Cummings" userId="b7b3335e4dcacd1b" providerId="LiveId" clId="{A43FA435-65A2-4EF4-B27F-1C6265B3674E}" dt="2026-06-21T23:21:39.931" v="1795" actId="478"/>
          <ac:spMkLst>
            <pc:docMk/>
            <pc:sldMk cId="3327409517" sldId="300"/>
            <ac:spMk id="5" creationId="{4D8042B7-AB56-108B-710A-8106DC62DB3C}"/>
          </ac:spMkLst>
        </pc:spChg>
        <pc:spChg chg="del mod">
          <ac:chgData name="James Cummings" userId="b7b3335e4dcacd1b" providerId="LiveId" clId="{A43FA435-65A2-4EF4-B27F-1C6265B3674E}" dt="2026-06-21T23:21:52.449" v="1800" actId="478"/>
          <ac:spMkLst>
            <pc:docMk/>
            <pc:sldMk cId="3327409517" sldId="300"/>
            <ac:spMk id="6" creationId="{5762D189-B829-571D-2C10-990C72D1470A}"/>
          </ac:spMkLst>
        </pc:spChg>
        <pc:spChg chg="del">
          <ac:chgData name="James Cummings" userId="b7b3335e4dcacd1b" providerId="LiveId" clId="{A43FA435-65A2-4EF4-B27F-1C6265B3674E}" dt="2026-06-21T23:12:59.571" v="1727" actId="478"/>
          <ac:spMkLst>
            <pc:docMk/>
            <pc:sldMk cId="3327409517" sldId="300"/>
            <ac:spMk id="7" creationId="{DB390B19-4966-D3CE-DE5E-C8366157F704}"/>
          </ac:spMkLst>
        </pc:spChg>
        <pc:spChg chg="del">
          <ac:chgData name="James Cummings" userId="b7b3335e4dcacd1b" providerId="LiveId" clId="{A43FA435-65A2-4EF4-B27F-1C6265B3674E}" dt="2026-06-21T23:21:33.455" v="1792" actId="478"/>
          <ac:spMkLst>
            <pc:docMk/>
            <pc:sldMk cId="3327409517" sldId="300"/>
            <ac:spMk id="12" creationId="{AB4B99EF-65CE-9BF2-2128-50DC57E17ECF}"/>
          </ac:spMkLst>
        </pc:spChg>
        <pc:spChg chg="del">
          <ac:chgData name="James Cummings" userId="b7b3335e4dcacd1b" providerId="LiveId" clId="{A43FA435-65A2-4EF4-B27F-1C6265B3674E}" dt="2026-06-21T23:21:33.455" v="1792" actId="478"/>
          <ac:spMkLst>
            <pc:docMk/>
            <pc:sldMk cId="3327409517" sldId="300"/>
            <ac:spMk id="13" creationId="{625663A3-497B-0FB5-038F-8CC1485E1208}"/>
          </ac:spMkLst>
        </pc:spChg>
        <pc:spChg chg="add mod">
          <ac:chgData name="James Cummings" userId="b7b3335e4dcacd1b" providerId="LiveId" clId="{A43FA435-65A2-4EF4-B27F-1C6265B3674E}" dt="2026-06-21T23:52:02.942" v="4653" actId="255"/>
          <ac:spMkLst>
            <pc:docMk/>
            <pc:sldMk cId="3327409517" sldId="300"/>
            <ac:spMk id="14" creationId="{A9D5DBB3-070B-DEA5-474A-F57EDEDF83EF}"/>
          </ac:spMkLst>
        </pc:spChg>
        <pc:spChg chg="add del mod">
          <ac:chgData name="James Cummings" userId="b7b3335e4dcacd1b" providerId="LiveId" clId="{A43FA435-65A2-4EF4-B27F-1C6265B3674E}" dt="2026-06-21T23:13:01.461" v="1728" actId="478"/>
          <ac:spMkLst>
            <pc:docMk/>
            <pc:sldMk cId="3327409517" sldId="300"/>
            <ac:spMk id="16" creationId="{35772DFC-8185-FB13-6472-AF6AD76D488A}"/>
          </ac:spMkLst>
        </pc:spChg>
        <pc:spChg chg="add del mod">
          <ac:chgData name="James Cummings" userId="b7b3335e4dcacd1b" providerId="LiveId" clId="{A43FA435-65A2-4EF4-B27F-1C6265B3674E}" dt="2026-06-21T23:21:34.730" v="1793" actId="478"/>
          <ac:spMkLst>
            <pc:docMk/>
            <pc:sldMk cId="3327409517" sldId="300"/>
            <ac:spMk id="18" creationId="{4EB03AC5-4201-A241-3A79-E4D49E66658F}"/>
          </ac:spMkLst>
        </pc:spChg>
        <pc:spChg chg="add del mod">
          <ac:chgData name="James Cummings" userId="b7b3335e4dcacd1b" providerId="LiveId" clId="{A43FA435-65A2-4EF4-B27F-1C6265B3674E}" dt="2026-06-21T23:21:42.591" v="1796" actId="478"/>
          <ac:spMkLst>
            <pc:docMk/>
            <pc:sldMk cId="3327409517" sldId="300"/>
            <ac:spMk id="20" creationId="{FF057486-14DA-E887-D3C7-081BDD3DEAE7}"/>
          </ac:spMkLst>
        </pc:spChg>
        <pc:spChg chg="add del mod">
          <ac:chgData name="James Cummings" userId="b7b3335e4dcacd1b" providerId="LiveId" clId="{A43FA435-65A2-4EF4-B27F-1C6265B3674E}" dt="2026-06-21T23:21:53.308" v="1801" actId="478"/>
          <ac:spMkLst>
            <pc:docMk/>
            <pc:sldMk cId="3327409517" sldId="300"/>
            <ac:spMk id="22" creationId="{1841D4FF-8358-F269-2941-D116646A52F9}"/>
          </ac:spMkLst>
        </pc:spChg>
        <pc:picChg chg="add del mod">
          <ac:chgData name="James Cummings" userId="b7b3335e4dcacd1b" providerId="LiveId" clId="{A43FA435-65A2-4EF4-B27F-1C6265B3674E}" dt="2026-06-21T23:21:29.668" v="1790" actId="478"/>
          <ac:picMkLst>
            <pc:docMk/>
            <pc:sldMk cId="3327409517" sldId="300"/>
            <ac:picMk id="10" creationId="{1828FCB6-43F4-80C7-E4F0-554246461DAB}"/>
          </ac:picMkLst>
        </pc:picChg>
        <pc:picChg chg="add mod">
          <ac:chgData name="James Cummings" userId="b7b3335e4dcacd1b" providerId="LiveId" clId="{A43FA435-65A2-4EF4-B27F-1C6265B3674E}" dt="2026-06-21T23:22:21.179" v="1808" actId="1076"/>
          <ac:picMkLst>
            <pc:docMk/>
            <pc:sldMk cId="3327409517" sldId="300"/>
            <ac:picMk id="23" creationId="{A50741D4-730E-4EF0-9D92-1CFD11858097}"/>
          </ac:picMkLst>
        </pc:picChg>
        <pc:picChg chg="add mod">
          <ac:chgData name="James Cummings" userId="b7b3335e4dcacd1b" providerId="LiveId" clId="{A43FA435-65A2-4EF4-B27F-1C6265B3674E}" dt="2026-06-21T23:41:31.037" v="3843"/>
          <ac:picMkLst>
            <pc:docMk/>
            <pc:sldMk cId="3327409517" sldId="300"/>
            <ac:picMk id="24" creationId="{2728E90F-F1B0-9655-ED63-B9243BF3F799}"/>
          </ac:picMkLst>
        </pc:picChg>
        <pc:cxnChg chg="del">
          <ac:chgData name="James Cummings" userId="b7b3335e4dcacd1b" providerId="LiveId" clId="{A43FA435-65A2-4EF4-B27F-1C6265B3674E}" dt="2026-06-21T23:21:51.377" v="1798" actId="478"/>
          <ac:cxnSpMkLst>
            <pc:docMk/>
            <pc:sldMk cId="3327409517" sldId="300"/>
            <ac:cxnSpMk id="11" creationId="{2831B9E9-4F6A-DD24-753F-F6B9DB75F151}"/>
          </ac:cxnSpMkLst>
        </pc:cxnChg>
      </pc:sldChg>
      <pc:sldChg chg="addSp modSp add mod">
        <pc:chgData name="James Cummings" userId="b7b3335e4dcacd1b" providerId="LiveId" clId="{A43FA435-65A2-4EF4-B27F-1C6265B3674E}" dt="2026-06-22T00:13:30.110" v="5888" actId="20577"/>
        <pc:sldMkLst>
          <pc:docMk/>
          <pc:sldMk cId="1289630003" sldId="301"/>
        </pc:sldMkLst>
        <pc:spChg chg="mod">
          <ac:chgData name="James Cummings" userId="b7b3335e4dcacd1b" providerId="LiveId" clId="{A43FA435-65A2-4EF4-B27F-1C6265B3674E}" dt="2026-06-22T00:01:49.604" v="5154" actId="20577"/>
          <ac:spMkLst>
            <pc:docMk/>
            <pc:sldMk cId="1289630003" sldId="301"/>
            <ac:spMk id="3" creationId="{4AE9BD64-D0C3-4213-95F6-6763CFF5EAB9}"/>
          </ac:spMkLst>
        </pc:spChg>
        <pc:spChg chg="add mod">
          <ac:chgData name="James Cummings" userId="b7b3335e4dcacd1b" providerId="LiveId" clId="{A43FA435-65A2-4EF4-B27F-1C6265B3674E}" dt="2026-06-22T00:11:24.125" v="5560" actId="1076"/>
          <ac:spMkLst>
            <pc:docMk/>
            <pc:sldMk cId="1289630003" sldId="301"/>
            <ac:spMk id="5" creationId="{8C09B9A6-BBA0-C94C-252B-08CAFCA44FFE}"/>
          </ac:spMkLst>
        </pc:spChg>
        <pc:graphicFrameChg chg="mod modGraphic">
          <ac:chgData name="James Cummings" userId="b7b3335e4dcacd1b" providerId="LiveId" clId="{A43FA435-65A2-4EF4-B27F-1C6265B3674E}" dt="2026-06-22T00:13:30.110" v="5888" actId="20577"/>
          <ac:graphicFrameMkLst>
            <pc:docMk/>
            <pc:sldMk cId="1289630003" sldId="301"/>
            <ac:graphicFrameMk id="4" creationId="{571977E9-5D4A-8E65-17C7-BD1A941CAC69}"/>
          </ac:graphicFrameMkLst>
        </pc:graphicFrameChg>
      </pc:sldChg>
      <pc:sldChg chg="addSp modSp add mod">
        <pc:chgData name="James Cummings" userId="b7b3335e4dcacd1b" providerId="LiveId" clId="{A43FA435-65A2-4EF4-B27F-1C6265B3674E}" dt="2026-06-22T00:20:34.172" v="6848" actId="20577"/>
        <pc:sldMkLst>
          <pc:docMk/>
          <pc:sldMk cId="3548271346" sldId="302"/>
        </pc:sldMkLst>
        <pc:spChg chg="mod">
          <ac:chgData name="James Cummings" userId="b7b3335e4dcacd1b" providerId="LiveId" clId="{A43FA435-65A2-4EF4-B27F-1C6265B3674E}" dt="2026-06-21T23:21:22.001" v="1789" actId="20577"/>
          <ac:spMkLst>
            <pc:docMk/>
            <pc:sldMk cId="3548271346" sldId="302"/>
            <ac:spMk id="2" creationId="{B81445A4-5B0D-FBBD-45F9-C1F2D462F04B}"/>
          </ac:spMkLst>
        </pc:spChg>
        <pc:spChg chg="mod">
          <ac:chgData name="James Cummings" userId="b7b3335e4dcacd1b" providerId="LiveId" clId="{A43FA435-65A2-4EF4-B27F-1C6265B3674E}" dt="2026-06-22T00:20:34.172" v="6848" actId="20577"/>
          <ac:spMkLst>
            <pc:docMk/>
            <pc:sldMk cId="3548271346" sldId="302"/>
            <ac:spMk id="3" creationId="{D29E5806-1D93-E105-C7D7-60F87CBA979D}"/>
          </ac:spMkLst>
        </pc:spChg>
        <pc:spChg chg="add mod">
          <ac:chgData name="James Cummings" userId="b7b3335e4dcacd1b" providerId="LiveId" clId="{A43FA435-65A2-4EF4-B27F-1C6265B3674E}" dt="2026-06-22T00:19:12.943" v="6761" actId="1076"/>
          <ac:spMkLst>
            <pc:docMk/>
            <pc:sldMk cId="3548271346" sldId="302"/>
            <ac:spMk id="5" creationId="{56B52689-612C-46CB-D5FC-850A5AE6B7E3}"/>
          </ac:spMkLst>
        </pc:spChg>
        <pc:graphicFrameChg chg="mod modGraphic">
          <ac:chgData name="James Cummings" userId="b7b3335e4dcacd1b" providerId="LiveId" clId="{A43FA435-65A2-4EF4-B27F-1C6265B3674E}" dt="2026-06-22T00:19:07.071" v="6760" actId="20577"/>
          <ac:graphicFrameMkLst>
            <pc:docMk/>
            <pc:sldMk cId="3548271346" sldId="302"/>
            <ac:graphicFrameMk id="4" creationId="{FD1068EE-2C9A-B25B-A4F8-B36C5743E87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6/21/2026</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6/21/2026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804025"/>
          </a:xfrm>
          <a:solidFill>
            <a:schemeClr val="bg1">
              <a:lumMod val="85000"/>
            </a:schemeClr>
          </a:solidFill>
        </p:spPr>
        <p:txBody>
          <a:bodyPr tIns="1728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a:t>Click to edit Master subtitle style</a:t>
            </a:r>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235700" y="2204792"/>
            <a:ext cx="5956300" cy="1944000"/>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section divider</a:t>
            </a:r>
          </a:p>
        </p:txBody>
      </p:sp>
      <p:sp>
        <p:nvSpPr>
          <p:cNvPr id="7" name="Subtitle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6235700" y="4148860"/>
            <a:ext cx="5956300" cy="1100565"/>
          </a:xfrm>
          <a:solidFill>
            <a:schemeClr val="tx1">
              <a:alpha val="80000"/>
            </a:schemeClr>
          </a:solidFill>
        </p:spPr>
        <p:txBody>
          <a:bodyPr lIns="180000" tIns="180000" rIns="252000" bIns="180000"/>
          <a:lstStyle>
            <a:lvl1pPr marL="0" indent="0" algn="r">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524778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437159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er Slide 2">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2411412"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3" name="Title 1">
            <a:extLst>
              <a:ext uri="{FF2B5EF4-FFF2-40B4-BE49-F238E27FC236}">
                <a16:creationId xmlns:a16="http://schemas.microsoft.com/office/drawing/2014/main"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7" name="Subtitle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0" y="4110760"/>
            <a:ext cx="5956300" cy="1100565"/>
          </a:xfrm>
          <a:solidFill>
            <a:schemeClr val="tx1">
              <a:alpha val="80000"/>
            </a:schemeClr>
          </a:solidFill>
        </p:spPr>
        <p:txBody>
          <a:bodyPr lIns="252000" tIns="180000" rIns="180000" bIns="180000"/>
          <a:lstStyle>
            <a:lvl1pPr marL="0" indent="0" algn="l">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282858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Image Layout 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609600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7111800" y="3802899"/>
            <a:ext cx="4648200" cy="985000"/>
          </a:xfrm>
          <a:solidFill>
            <a:schemeClr val="bg1"/>
          </a:solidFill>
        </p:spPr>
        <p:txBody>
          <a:bodyPr lIns="180000" tIns="180000" rIns="180000" bIns="180000"/>
          <a:lstStyle>
            <a:lvl1pPr algn="r">
              <a:defRPr sz="6000" b="1" spc="-300">
                <a:solidFill>
                  <a:schemeClr val="tx1">
                    <a:lumMod val="75000"/>
                    <a:lumOff val="25000"/>
                  </a:schemeClr>
                </a:solidFill>
              </a:defRPr>
            </a:lvl1pPr>
          </a:lstStyle>
          <a:p>
            <a:r>
              <a:rPr lang="en-US" noProof="0"/>
              <a:t>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7111800" y="4787900"/>
            <a:ext cx="4648200" cy="1162800"/>
          </a:xfrm>
          <a:solidFill>
            <a:schemeClr val="tx1">
              <a:alpha val="80000"/>
            </a:schemeClr>
          </a:solidFill>
        </p:spPr>
        <p:txBody>
          <a:bodyPr lIns="180000" tIns="180000" rIns="180000" bIns="180000"/>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2668686"/>
            <a:ext cx="5472000" cy="2999426"/>
          </a:xfrm>
        </p:spPr>
        <p:txBody>
          <a:bodyPr anchor="b"/>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a16="http://schemas.microsoft.com/office/drawing/2014/main" id="{1508F53F-6AA2-4060-904A-BC90211DC043}"/>
              </a:ext>
            </a:extLst>
          </p:cNvPr>
          <p:cNvSpPr/>
          <p:nvPr userDrawn="1"/>
        </p:nvSpPr>
        <p:spPr>
          <a:xfrm>
            <a:off x="9348588" y="3700775"/>
            <a:ext cx="2411412" cy="114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Image Layout 2">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5118100" y="1869795"/>
            <a:ext cx="6641900" cy="1124345"/>
          </a:xfrm>
          <a:solidFill>
            <a:schemeClr val="bg1">
              <a:lumMod val="95000"/>
            </a:schemeClr>
          </a:solidFill>
        </p:spPr>
        <p:txBody>
          <a:bodyPr lIns="180000" tIns="180000" rIns="180000" bIns="180000"/>
          <a:lstStyle>
            <a:lvl1pPr algn="l">
              <a:defRPr sz="6000" b="1" spc="-300">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5118334" y="2994141"/>
            <a:ext cx="6641626" cy="590155"/>
          </a:xfrm>
          <a:solidFill>
            <a:schemeClr val="tx1">
              <a:alpha val="80000"/>
            </a:schemeClr>
          </a:solidFill>
        </p:spPr>
        <p:txBody>
          <a:bodyPr lIns="180000" tIns="180000" rIns="180000" bIns="180000"/>
          <a:lstStyle>
            <a:lvl1pPr marL="0" indent="0" algn="l">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6288000" y="3763648"/>
            <a:ext cx="5472000" cy="2428351"/>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a16="http://schemas.microsoft.com/office/drawing/2014/main" id="{FA5285E0-8F27-49C4-AADF-92A3B72D41FD}"/>
              </a:ext>
            </a:extLst>
          </p:cNvPr>
          <p:cNvSpPr/>
          <p:nvPr userDrawn="1"/>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38438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p:nvPr>
        </p:nvSpPr>
        <p:spPr>
          <a:xfrm>
            <a:off x="432000" y="2307689"/>
            <a:ext cx="5472000" cy="360000"/>
          </a:xfrm>
        </p:spPr>
        <p:txBody>
          <a:bodyPr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p:nvPr>
        </p:nvSpPr>
        <p:spPr>
          <a:xfrm>
            <a:off x="432000" y="2815037"/>
            <a:ext cx="5472000" cy="33769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mparison Left Placeholder 2">
            <a:extLst>
              <a:ext uri="{FF2B5EF4-FFF2-40B4-BE49-F238E27FC236}">
                <a16:creationId xmlns:a16="http://schemas.microsoft.com/office/drawing/2014/main" id="{78A963F8-6F6E-440E-B3B3-DDE13C083A36}"/>
              </a:ext>
            </a:extLst>
          </p:cNvPr>
          <p:cNvSpPr>
            <a:spLocks noGrp="1"/>
          </p:cNvSpPr>
          <p:nvPr>
            <p:ph type="body" sz="quarter" idx="13"/>
          </p:nvPr>
        </p:nvSpPr>
        <p:spPr>
          <a:xfrm>
            <a:off x="6300000" y="2308214"/>
            <a:ext cx="5472000" cy="358775"/>
          </a:xfrm>
        </p:spPr>
        <p:txBody>
          <a:bodyPr/>
          <a:lstStyle>
            <a:lvl1pPr marL="0" indent="0">
              <a:buNone/>
              <a:defRPr sz="2400" b="1"/>
            </a:lvl1pPr>
          </a:lstStyle>
          <a:p>
            <a:pPr lvl="0"/>
            <a:r>
              <a:rPr lang="en-US" noProof="0"/>
              <a:t>Click to edit Master text styles</a:t>
            </a:r>
          </a:p>
        </p:txBody>
      </p:sp>
      <p:sp>
        <p:nvSpPr>
          <p:cNvPr id="8" name="Text Placeholder 4">
            <a:extLst>
              <a:ext uri="{FF2B5EF4-FFF2-40B4-BE49-F238E27FC236}">
                <a16:creationId xmlns:a16="http://schemas.microsoft.com/office/drawing/2014/main" id="{DF0A5256-B267-47DA-858A-0F3867CB6139}"/>
              </a:ext>
            </a:extLst>
          </p:cNvPr>
          <p:cNvSpPr>
            <a:spLocks noGrp="1"/>
          </p:cNvSpPr>
          <p:nvPr>
            <p:ph type="body" sz="quarter" idx="12"/>
          </p:nvPr>
        </p:nvSpPr>
        <p:spPr>
          <a:xfrm>
            <a:off x="6299887" y="2812214"/>
            <a:ext cx="5472113" cy="337903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18733E7E-50D2-4F6C-9DF2-CF4C98C4B847}"/>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0" name="Rectangle 9" descr="Accent block left">
            <a:extLst>
              <a:ext uri="{FF2B5EF4-FFF2-40B4-BE49-F238E27FC236}">
                <a16:creationId xmlns:a16="http://schemas.microsoft.com/office/drawing/2014/main" id="{BBC0CAF5-0DE6-4BEA-824E-124A54A76AC6}"/>
              </a:ext>
              <a:ext uri="{C183D7F6-B498-43B3-948B-1728B52AA6E4}">
                <adec:decorative xmlns:adec="http://schemas.microsoft.com/office/drawing/2017/decorative" val="1"/>
              </a:ext>
            </a:extLst>
          </p:cNvPr>
          <p:cNvSpPr/>
          <p:nvPr userDrawn="1"/>
        </p:nvSpPr>
        <p:spPr>
          <a:xfrm>
            <a:off x="431800" y="2100317"/>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1" name="Rectangle 10" descr="Accent bar right&#10;">
            <a:extLst>
              <a:ext uri="{FF2B5EF4-FFF2-40B4-BE49-F238E27FC236}">
                <a16:creationId xmlns:a16="http://schemas.microsoft.com/office/drawing/2014/main" id="{ED008080-B2F5-441A-8B15-30AE86BBF943}"/>
              </a:ext>
              <a:ext uri="{C183D7F6-B498-43B3-948B-1728B52AA6E4}">
                <adec:decorative xmlns:adec="http://schemas.microsoft.com/office/drawing/2017/decorative" val="1"/>
              </a:ext>
            </a:extLst>
          </p:cNvPr>
          <p:cNvSpPr/>
          <p:nvPr userDrawn="1"/>
        </p:nvSpPr>
        <p:spPr>
          <a:xfrm>
            <a:off x="6299887" y="2100317"/>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12192000" cy="6371350"/>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6096000" y="5359400"/>
            <a:ext cx="5664000" cy="565899"/>
          </a:xfrm>
          <a:solidFill>
            <a:schemeClr val="tx1"/>
          </a:solidFill>
        </p:spPr>
        <p:txBody>
          <a:bodyPr lIns="180000" tIns="180000" rIns="180000" bIns="180000" anchor="ctr"/>
          <a:lstStyle>
            <a:lvl1pPr marL="0" indent="0" algn="r">
              <a:buNone/>
              <a:defRPr>
                <a:solidFill>
                  <a:schemeClr val="bg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Enter your caption</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id="{8B3D119C-DBF5-4B4F-BE38-7BD7B5C8A5D0}"/>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5" name="Title 4">
            <a:extLst>
              <a:ext uri="{FF2B5EF4-FFF2-40B4-BE49-F238E27FC236}">
                <a16:creationId xmlns:a16="http://schemas.microsoft.com/office/drawing/2014/main" id="{7F8E7C83-06D7-4C5B-85B7-0E5713B4FAB3}"/>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102" cy="6804025"/>
          </a:xfrm>
          <a:solidFill>
            <a:schemeClr val="bg1">
              <a:lumMod val="85000"/>
            </a:schemeClr>
          </a:solidFill>
        </p:spPr>
        <p:txBody>
          <a:bodyPr tIns="0"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8458200" y="2798354"/>
            <a:ext cx="3733800" cy="1013684"/>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Thank You</a:t>
            </a:r>
          </a:p>
        </p:txBody>
      </p:sp>
      <p:sp>
        <p:nvSpPr>
          <p:cNvPr id="9" name="Text Placeholder 5">
            <a:extLst>
              <a:ext uri="{FF2B5EF4-FFF2-40B4-BE49-F238E27FC236}">
                <a16:creationId xmlns:a16="http://schemas.microsoft.com/office/drawing/2014/main" id="{52FA7FC9-E40E-4144-84E4-34E3722E9A6D}"/>
              </a:ext>
            </a:extLst>
          </p:cNvPr>
          <p:cNvSpPr>
            <a:spLocks noGrp="1"/>
          </p:cNvSpPr>
          <p:nvPr>
            <p:ph type="body" sz="quarter" idx="15" hasCustomPrompt="1"/>
          </p:nvPr>
        </p:nvSpPr>
        <p:spPr>
          <a:xfrm>
            <a:off x="8458200" y="3957705"/>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Full Name</a:t>
            </a:r>
          </a:p>
        </p:txBody>
      </p:sp>
      <p:sp>
        <p:nvSpPr>
          <p:cNvPr id="10" name="Text Placeholder 6">
            <a:extLst>
              <a:ext uri="{FF2B5EF4-FFF2-40B4-BE49-F238E27FC236}">
                <a16:creationId xmlns:a16="http://schemas.microsoft.com/office/drawing/2014/main" id="{97289182-4FE6-4A18-9775-4588D5801CF6}"/>
              </a:ext>
            </a:extLst>
          </p:cNvPr>
          <p:cNvSpPr>
            <a:spLocks noGrp="1"/>
          </p:cNvSpPr>
          <p:nvPr>
            <p:ph type="body" sz="quarter" idx="16" hasCustomPrompt="1"/>
          </p:nvPr>
        </p:nvSpPr>
        <p:spPr>
          <a:xfrm>
            <a:off x="8458200" y="4306722"/>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 Number</a:t>
            </a:r>
          </a:p>
        </p:txBody>
      </p:sp>
      <p:sp>
        <p:nvSpPr>
          <p:cNvPr id="11" name="Text Placeholder 7">
            <a:extLst>
              <a:ext uri="{FF2B5EF4-FFF2-40B4-BE49-F238E27FC236}">
                <a16:creationId xmlns:a16="http://schemas.microsoft.com/office/drawing/2014/main" id="{BD4E94C7-6CAF-4FEE-9E02-D3D3A2AC5EAF}"/>
              </a:ext>
            </a:extLst>
          </p:cNvPr>
          <p:cNvSpPr>
            <a:spLocks noGrp="1"/>
          </p:cNvSpPr>
          <p:nvPr>
            <p:ph type="body" sz="quarter" idx="17" hasCustomPrompt="1"/>
          </p:nvPr>
        </p:nvSpPr>
        <p:spPr>
          <a:xfrm>
            <a:off x="8458200" y="4655739"/>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Email or Social Media Handle</a:t>
            </a:r>
          </a:p>
        </p:txBody>
      </p:sp>
      <p:sp>
        <p:nvSpPr>
          <p:cNvPr id="12" name="Text Placeholder 8">
            <a:extLst>
              <a:ext uri="{FF2B5EF4-FFF2-40B4-BE49-F238E27FC236}">
                <a16:creationId xmlns:a16="http://schemas.microsoft.com/office/drawing/2014/main" id="{0DE421A3-3C59-48FC-BC3B-007ADFBEB4FE}"/>
              </a:ext>
            </a:extLst>
          </p:cNvPr>
          <p:cNvSpPr>
            <a:spLocks noGrp="1"/>
          </p:cNvSpPr>
          <p:nvPr>
            <p:ph type="body" sz="quarter" idx="18" hasCustomPrompt="1"/>
          </p:nvPr>
        </p:nvSpPr>
        <p:spPr>
          <a:xfrm>
            <a:off x="8458200" y="5004756"/>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Company Website</a:t>
            </a:r>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8458200" y="2685912"/>
            <a:ext cx="3733800"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222FB6A7-1E80-487C-93E6-DCAA8751EF21}"/>
              </a:ext>
            </a:extLst>
          </p:cNvPr>
          <p:cNvSpPr>
            <a:spLocks noGrp="1"/>
          </p:cNvSpPr>
          <p:nvPr>
            <p:ph type="sldNum" sz="quarter" idx="20"/>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049663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a16="http://schemas.microsoft.com/office/drawing/2014/main" id="{7DEBF36F-ADC5-48FF-BFAF-3BED06924FD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1512000"/>
            <a:ext cx="5472000" cy="468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4">
            <a:extLst>
              <a:ext uri="{FF2B5EF4-FFF2-40B4-BE49-F238E27FC236}">
                <a16:creationId xmlns:a16="http://schemas.microsoft.com/office/drawing/2014/main" id="{7867C73D-EE16-41D1-B7CE-A35C765E3B8D}"/>
              </a:ext>
            </a:extLst>
          </p:cNvPr>
          <p:cNvSpPr>
            <a:spLocks noGrp="1"/>
          </p:cNvSpPr>
          <p:nvPr>
            <p:ph type="body" sz="quarter" idx="12"/>
          </p:nvPr>
        </p:nvSpPr>
        <p:spPr>
          <a:xfrm>
            <a:off x="6299887" y="1511250"/>
            <a:ext cx="5472113" cy="468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360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p:nvPr>
        </p:nvSpPr>
        <p:spPr>
          <a:xfrm>
            <a:off x="4301550" y="1511476"/>
            <a:ext cx="3600450" cy="467924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5">
            <a:extLst>
              <a:ext uri="{FF2B5EF4-FFF2-40B4-BE49-F238E27FC236}">
                <a16:creationId xmlns:a16="http://schemas.microsoft.com/office/drawing/2014/main" id="{5B4A252E-78C9-4F76-98A4-A4B580AD072A}"/>
              </a:ext>
            </a:extLst>
          </p:cNvPr>
          <p:cNvSpPr>
            <a:spLocks noGrp="1"/>
          </p:cNvSpPr>
          <p:nvPr>
            <p:ph type="body" sz="quarter" idx="13"/>
          </p:nvPr>
        </p:nvSpPr>
        <p:spPr>
          <a:xfrm>
            <a:off x="8171550" y="1511475"/>
            <a:ext cx="3600450"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216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p:nvPr>
        </p:nvSpPr>
        <p:spPr>
          <a:xfrm>
            <a:off x="2726412" y="1512000"/>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5">
            <a:extLst>
              <a:ext uri="{FF2B5EF4-FFF2-40B4-BE49-F238E27FC236}">
                <a16:creationId xmlns:a16="http://schemas.microsoft.com/office/drawing/2014/main" id="{6A983D98-E0AB-429A-9EC2-B50D4216D691}"/>
              </a:ext>
            </a:extLst>
          </p:cNvPr>
          <p:cNvSpPr>
            <a:spLocks noGrp="1"/>
          </p:cNvSpPr>
          <p:nvPr>
            <p:ph type="body" sz="quarter" idx="13"/>
          </p:nvPr>
        </p:nvSpPr>
        <p:spPr>
          <a:xfrm>
            <a:off x="5021412" y="1512000"/>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6">
            <a:extLst>
              <a:ext uri="{FF2B5EF4-FFF2-40B4-BE49-F238E27FC236}">
                <a16:creationId xmlns:a16="http://schemas.microsoft.com/office/drawing/2014/main" id="{755213BF-EF6D-45DC-A01B-DE6C2F23A6D2}"/>
              </a:ext>
            </a:extLst>
          </p:cNvPr>
          <p:cNvSpPr>
            <a:spLocks noGrp="1"/>
          </p:cNvSpPr>
          <p:nvPr>
            <p:ph type="body" sz="quarter" idx="14"/>
          </p:nvPr>
        </p:nvSpPr>
        <p:spPr>
          <a:xfrm>
            <a:off x="7316412" y="1507535"/>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77D6BBBA-F4A3-45D4-91BC-A405FFDC7C3D}"/>
              </a:ext>
            </a:extLst>
          </p:cNvPr>
          <p:cNvSpPr>
            <a:spLocks noGrp="1"/>
          </p:cNvSpPr>
          <p:nvPr>
            <p:ph type="body" sz="quarter" idx="15"/>
          </p:nvPr>
        </p:nvSpPr>
        <p:spPr>
          <a:xfrm>
            <a:off x="9611412" y="1507535"/>
            <a:ext cx="2160588" cy="468371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09ABD5E-B8F1-4246-B167-09138760AD7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a:t>Click to edit Master subtitle style</a:t>
            </a:r>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57760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11" name="Text Placeholder 2">
            <a:extLst>
              <a:ext uri="{FF2B5EF4-FFF2-40B4-BE49-F238E27FC236}">
                <a16:creationId xmlns:a16="http://schemas.microsoft.com/office/drawing/2014/main" id="{14B95064-E6BF-43CD-ACBD-6363E8D9BF6A}"/>
              </a:ext>
            </a:extLst>
          </p:cNvPr>
          <p:cNvSpPr>
            <a:spLocks noGrp="1"/>
          </p:cNvSpPr>
          <p:nvPr>
            <p:ph type="body" idx="1"/>
          </p:nvPr>
        </p:nvSpPr>
        <p:spPr>
          <a:xfrm>
            <a:off x="0" y="4114627"/>
            <a:ext cx="5956300" cy="1095056"/>
          </a:xfrm>
          <a:solidFill>
            <a:schemeClr val="tx1">
              <a:alpha val="80000"/>
            </a:schemeClr>
          </a:solidFill>
        </p:spPr>
        <p:txBody>
          <a:bodyPr vert="horz" lIns="252000" tIns="180000" rIns="180000" bIns="180000" rtlCol="0">
            <a:noAutofit/>
          </a:bodyPr>
          <a:lstStyle>
            <a:lvl1pPr marL="0" indent="0" algn="l">
              <a:buNone/>
              <a:defRPr lang="en-US">
                <a:solidFill>
                  <a:schemeClr val="bg1"/>
                </a:solidFill>
              </a:defRPr>
            </a:lvl1pPr>
          </a:lstStyle>
          <a:p>
            <a:pPr marL="266700" lvl="0" indent="-266700"/>
            <a:r>
              <a:rPr lang="en-US" noProof="0"/>
              <a:t>Click to edit Master text styles</a:t>
            </a:r>
          </a:p>
        </p:txBody>
      </p:sp>
    </p:spTree>
    <p:extLst>
      <p:ext uri="{BB962C8B-B14F-4D97-AF65-F5344CB8AC3E}">
        <p14:creationId xmlns:p14="http://schemas.microsoft.com/office/powerpoint/2010/main" val="3982563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008000"/>
            <a:ext cx="11328000" cy="5183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62075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9" name="Content Placeholder 3">
            <a:extLst>
              <a:ext uri="{FF2B5EF4-FFF2-40B4-BE49-F238E27FC236}">
                <a16:creationId xmlns:a16="http://schemas.microsoft.com/office/drawing/2014/main" id="{EE1E0B79-3CC8-4DCF-8AEC-AC43BC9A3048}"/>
              </a:ext>
            </a:extLst>
          </p:cNvPr>
          <p:cNvSpPr>
            <a:spLocks noGrp="1"/>
          </p:cNvSpPr>
          <p:nvPr>
            <p:ph sz="half" idx="2"/>
          </p:nvPr>
        </p:nvSpPr>
        <p:spPr>
          <a:xfrm>
            <a:off x="6311886" y="1007250"/>
            <a:ext cx="5460114" cy="516971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2">
            <a:extLst>
              <a:ext uri="{FF2B5EF4-FFF2-40B4-BE49-F238E27FC236}">
                <a16:creationId xmlns:a16="http://schemas.microsoft.com/office/drawing/2014/main" id="{15546508-E26C-46CD-8939-D20E71BF4ED7}"/>
              </a:ext>
            </a:extLst>
          </p:cNvPr>
          <p:cNvSpPr>
            <a:spLocks noGrp="1"/>
          </p:cNvSpPr>
          <p:nvPr>
            <p:ph sz="half" idx="1"/>
          </p:nvPr>
        </p:nvSpPr>
        <p:spPr>
          <a:xfrm>
            <a:off x="431999" y="1007250"/>
            <a:ext cx="5448115" cy="516971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155533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016231"/>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2" name="Rectangle 11" descr="Accent bar right&#10;">
            <a:extLst>
              <a:ext uri="{FF2B5EF4-FFF2-40B4-BE49-F238E27FC236}">
                <a16:creationId xmlns:a16="http://schemas.microsoft.com/office/drawing/2014/main" id="{3E8A46E0-47C2-4441-B7DD-F621A80F1FC8}"/>
              </a:ext>
              <a:ext uri="{C183D7F6-B498-43B3-948B-1728B52AA6E4}">
                <adec:decorative xmlns:adec="http://schemas.microsoft.com/office/drawing/2017/decorative" val="1"/>
              </a:ext>
            </a:extLst>
          </p:cNvPr>
          <p:cNvSpPr/>
          <p:nvPr userDrawn="1"/>
        </p:nvSpPr>
        <p:spPr>
          <a:xfrm>
            <a:off x="6299887" y="1016231"/>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Text Placeholder 2">
            <a:extLst>
              <a:ext uri="{FF2B5EF4-FFF2-40B4-BE49-F238E27FC236}">
                <a16:creationId xmlns:a16="http://schemas.microsoft.com/office/drawing/2014/main" id="{D902C307-6561-4E11-9899-1F34830AE8AB}"/>
              </a:ext>
            </a:extLst>
          </p:cNvPr>
          <p:cNvSpPr>
            <a:spLocks noGrp="1"/>
          </p:cNvSpPr>
          <p:nvPr>
            <p:ph type="body" idx="1"/>
          </p:nvPr>
        </p:nvSpPr>
        <p:spPr>
          <a:xfrm>
            <a:off x="431800" y="1224128"/>
            <a:ext cx="5448115"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6" name="Text Placeholder 4">
            <a:extLst>
              <a:ext uri="{FF2B5EF4-FFF2-40B4-BE49-F238E27FC236}">
                <a16:creationId xmlns:a16="http://schemas.microsoft.com/office/drawing/2014/main" id="{CD73439B-6B1B-47C5-B2B0-409015FB3398}"/>
              </a:ext>
            </a:extLst>
          </p:cNvPr>
          <p:cNvSpPr>
            <a:spLocks noGrp="1"/>
          </p:cNvSpPr>
          <p:nvPr>
            <p:ph type="body" sz="quarter" idx="3"/>
          </p:nvPr>
        </p:nvSpPr>
        <p:spPr>
          <a:xfrm>
            <a:off x="6312086" y="1224128"/>
            <a:ext cx="5447914"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7" name="Content Placeholder 5">
            <a:extLst>
              <a:ext uri="{FF2B5EF4-FFF2-40B4-BE49-F238E27FC236}">
                <a16:creationId xmlns:a16="http://schemas.microsoft.com/office/drawing/2014/main" id="{12AC6878-44C6-4445-A225-70C0DC482EDF}"/>
              </a:ext>
            </a:extLst>
          </p:cNvPr>
          <p:cNvSpPr>
            <a:spLocks noGrp="1"/>
          </p:cNvSpPr>
          <p:nvPr>
            <p:ph sz="quarter" idx="4"/>
          </p:nvPr>
        </p:nvSpPr>
        <p:spPr>
          <a:xfrm>
            <a:off x="6299886" y="1955731"/>
            <a:ext cx="5447914" cy="423393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Content Placeholder 3">
            <a:extLst>
              <a:ext uri="{FF2B5EF4-FFF2-40B4-BE49-F238E27FC236}">
                <a16:creationId xmlns:a16="http://schemas.microsoft.com/office/drawing/2014/main" id="{6D675DA8-374F-4915-973A-53612A41FFC1}"/>
              </a:ext>
            </a:extLst>
          </p:cNvPr>
          <p:cNvSpPr>
            <a:spLocks noGrp="1"/>
          </p:cNvSpPr>
          <p:nvPr>
            <p:ph sz="half" idx="2"/>
          </p:nvPr>
        </p:nvSpPr>
        <p:spPr>
          <a:xfrm>
            <a:off x="431800" y="1943031"/>
            <a:ext cx="5447914" cy="424663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6253150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892926"/>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Content Placeholder 2">
            <a:extLst>
              <a:ext uri="{FF2B5EF4-FFF2-40B4-BE49-F238E27FC236}">
                <a16:creationId xmlns:a16="http://schemas.microsoft.com/office/drawing/2014/main" id="{85B68CA9-AC4C-4D15-9BA1-A9F1AC5606DA}"/>
              </a:ext>
            </a:extLst>
          </p:cNvPr>
          <p:cNvSpPr>
            <a:spLocks noGrp="1"/>
          </p:cNvSpPr>
          <p:nvPr>
            <p:ph idx="1"/>
          </p:nvPr>
        </p:nvSpPr>
        <p:spPr>
          <a:xfrm>
            <a:off x="4788816" y="432001"/>
            <a:ext cx="6971184" cy="5429050"/>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3">
            <a:extLst>
              <a:ext uri="{FF2B5EF4-FFF2-40B4-BE49-F238E27FC236}">
                <a16:creationId xmlns:a16="http://schemas.microsoft.com/office/drawing/2014/main" id="{29B24D8A-D8A5-4F57-A260-A4CF75FCB3BD}"/>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8014327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892926"/>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9" name="Text Placeholder 3">
            <a:extLst>
              <a:ext uri="{FF2B5EF4-FFF2-40B4-BE49-F238E27FC236}">
                <a16:creationId xmlns:a16="http://schemas.microsoft.com/office/drawing/2014/main" id="{3E50A411-2E68-4F4D-B4BC-62E87C633658}"/>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0" name="Picture Placeholder 2">
            <a:extLst>
              <a:ext uri="{FF2B5EF4-FFF2-40B4-BE49-F238E27FC236}">
                <a16:creationId xmlns:a16="http://schemas.microsoft.com/office/drawing/2014/main" id="{2FBF39A8-0BD5-48FD-9993-F595D4F727C1}"/>
              </a:ext>
            </a:extLst>
          </p:cNvPr>
          <p:cNvSpPr>
            <a:spLocks noGrp="1"/>
          </p:cNvSpPr>
          <p:nvPr>
            <p:ph type="pic" idx="1"/>
          </p:nvPr>
        </p:nvSpPr>
        <p:spPr>
          <a:xfrm>
            <a:off x="4788816" y="432001"/>
            <a:ext cx="6971184" cy="54290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2040633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5" name="Subtitl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853CF994-8B2C-443F-B695-7378DD360DAA}"/>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a16="http://schemas.microsoft.com/office/drawing/2014/main" id="{90694D9D-C633-4D52-965E-E5BBD9883037}"/>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139767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a16="http://schemas.microsoft.com/office/drawing/2014/main" id="{90694D9D-C633-4D52-965E-E5BBD9883037}"/>
              </a:ext>
            </a:extLst>
          </p:cNvPr>
          <p:cNvSpPr>
            <a:spLocks noGrp="1"/>
          </p:cNvSpPr>
          <p:nvPr>
            <p:ph type="title"/>
          </p:nvPr>
        </p:nvSpPr>
        <p:spPr/>
        <p:txBody>
          <a:bodyPr/>
          <a:lstStyle/>
          <a:p>
            <a:r>
              <a:rPr lang="en-US" noProof="0"/>
              <a:t>Click to edit Master title style</a:t>
            </a:r>
          </a:p>
        </p:txBody>
      </p:sp>
      <p:sp>
        <p:nvSpPr>
          <p:cNvPr id="6" name="Text Placeholder 5">
            <a:extLst>
              <a:ext uri="{FF2B5EF4-FFF2-40B4-BE49-F238E27FC236}">
                <a16:creationId xmlns:a16="http://schemas.microsoft.com/office/drawing/2014/main" id="{0DB3A426-6D4A-4D91-ACD6-A2C25BAE44E3}"/>
              </a:ext>
            </a:extLst>
          </p:cNvPr>
          <p:cNvSpPr>
            <a:spLocks noGrp="1"/>
          </p:cNvSpPr>
          <p:nvPr>
            <p:ph type="body" sz="quarter" idx="14"/>
          </p:nvPr>
        </p:nvSpPr>
        <p:spPr>
          <a:xfrm>
            <a:off x="1664370" y="2033588"/>
            <a:ext cx="8863262" cy="2790825"/>
          </a:xfrm>
        </p:spPr>
        <p:txBody>
          <a:bodyPr anchor="ctr"/>
          <a:lstStyle>
            <a:lvl1pPr marL="0" indent="0" algn="ctr">
              <a:buNone/>
              <a:defRPr sz="6000"/>
            </a:lvl1pPr>
            <a:lvl2pPr marL="266700" indent="0">
              <a:buNone/>
              <a:defRPr/>
            </a:lvl2pPr>
          </a:lstStyle>
          <a:p>
            <a:pPr lvl="0"/>
            <a:r>
              <a:rPr lang="en-US" noProof="0"/>
              <a:t>Click to edit Master text styles</a:t>
            </a:r>
          </a:p>
        </p:txBody>
      </p:sp>
    </p:spTree>
    <p:extLst>
      <p:ext uri="{BB962C8B-B14F-4D97-AF65-F5344CB8AC3E}">
        <p14:creationId xmlns:p14="http://schemas.microsoft.com/office/powerpoint/2010/main" val="28772436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3900433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EB0D177-9AA4-42F4-9CD7-CD206217CA6D}"/>
              </a:ext>
            </a:extLst>
          </p:cNvPr>
          <p:cNvSpPr/>
          <p:nvPr userDrawn="1"/>
        </p:nvSpPr>
        <p:spPr>
          <a:xfrm>
            <a:off x="9780101" y="6371351"/>
            <a:ext cx="1979897" cy="431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ectangle 27">
            <a:extLst>
              <a:ext uri="{FF2B5EF4-FFF2-40B4-BE49-F238E27FC236}">
                <a16:creationId xmlns:a16="http://schemas.microsoft.com/office/drawing/2014/main" id="{C825DB53-D610-4A40-AFDC-EBC47DB613CE}"/>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Freeform: Shape 30">
            <a:extLst>
              <a:ext uri="{FF2B5EF4-FFF2-40B4-BE49-F238E27FC236}">
                <a16:creationId xmlns:a16="http://schemas.microsoft.com/office/drawing/2014/main" id="{C2B9A6A4-83D0-40B1-8B15-964C84BF0705}"/>
              </a:ext>
            </a:extLst>
          </p:cNvPr>
          <p:cNvSpPr/>
          <p:nvPr userDrawn="1"/>
        </p:nvSpPr>
        <p:spPr>
          <a:xfrm>
            <a:off x="0" y="6371351"/>
            <a:ext cx="9780102" cy="432000"/>
          </a:xfrm>
          <a:custGeom>
            <a:avLst/>
            <a:gdLst>
              <a:gd name="connsiteX0" fmla="*/ 0 w 9780102"/>
              <a:gd name="connsiteY0" fmla="*/ 0 h 432000"/>
              <a:gd name="connsiteX1" fmla="*/ 9780102 w 9780102"/>
              <a:gd name="connsiteY1" fmla="*/ 0 h 432000"/>
              <a:gd name="connsiteX2" fmla="*/ 9780102 w 9780102"/>
              <a:gd name="connsiteY2" fmla="*/ 432000 h 432000"/>
              <a:gd name="connsiteX3" fmla="*/ 0 w 9780102"/>
              <a:gd name="connsiteY3" fmla="*/ 432000 h 432000"/>
            </a:gdLst>
            <a:ahLst/>
            <a:cxnLst>
              <a:cxn ang="0">
                <a:pos x="connsiteX0" y="connsiteY0"/>
              </a:cxn>
              <a:cxn ang="0">
                <a:pos x="connsiteX1" y="connsiteY1"/>
              </a:cxn>
              <a:cxn ang="0">
                <a:pos x="connsiteX2" y="connsiteY2"/>
              </a:cxn>
              <a:cxn ang="0">
                <a:pos x="connsiteX3" y="connsiteY3"/>
              </a:cxn>
            </a:cxnLst>
            <a:rect l="l" t="t" r="r" b="b"/>
            <a:pathLst>
              <a:path w="9780102" h="432000">
                <a:moveTo>
                  <a:pt x="0" y="0"/>
                </a:moveTo>
                <a:lnTo>
                  <a:pt x="9780102" y="0"/>
                </a:lnTo>
                <a:lnTo>
                  <a:pt x="9780102" y="432000"/>
                </a:lnTo>
                <a:lnTo>
                  <a:pt x="0" y="432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r>
              <a:rPr lang="en-US" noProof="0"/>
              <a:t>Click to edit page title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439820"/>
            <a:ext cx="5664000" cy="29506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r>
              <a:rPr lang="en-US" noProof="0" dirty="0"/>
              <a:t>Add a footer</a:t>
            </a: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fld id="{19B51A1E-902D-48AF-9020-955120F399B6}" type="slidenum">
              <a:rPr lang="en-US" noProof="0" smtClean="0"/>
              <a:pPr/>
              <a:t>‹#›</a:t>
            </a:fld>
            <a:endParaRPr lang="en-US" noProof="0" dirty="0"/>
          </a:p>
        </p:txBody>
      </p:sp>
      <p:sp>
        <p:nvSpPr>
          <p:cNvPr id="4" name="TextBox 3">
            <a:extLst>
              <a:ext uri="{FF2B5EF4-FFF2-40B4-BE49-F238E27FC236}">
                <a16:creationId xmlns:a16="http://schemas.microsoft.com/office/drawing/2014/main" id="{34FDC6F9-37F9-4E25-AECA-D307B8421C73}"/>
              </a:ext>
            </a:extLst>
          </p:cNvPr>
          <p:cNvSpPr txBox="1"/>
          <p:nvPr userDrawn="1"/>
        </p:nvSpPr>
        <p:spPr>
          <a:xfrm>
            <a:off x="10243100" y="6422491"/>
            <a:ext cx="1053900" cy="380860"/>
          </a:xfrm>
          <a:prstGeom prst="rect">
            <a:avLst/>
          </a:prstGeom>
          <a:noFill/>
        </p:spPr>
        <p:txBody>
          <a:bodyPr wrap="square" tIns="108000" bIns="0" rtlCol="0" anchor="ctr">
            <a:spAutoFit/>
          </a:bodyPr>
          <a:lstStyle/>
          <a:p>
            <a:pPr algn="r">
              <a:lnSpc>
                <a:spcPts val="1000"/>
              </a:lnSpc>
            </a:pPr>
            <a:r>
              <a:rPr lang="en-US" sz="2500" b="1" i="0" spc="-100" baseline="0" noProof="0" dirty="0">
                <a:solidFill>
                  <a:schemeClr val="accent1"/>
                </a:solidFill>
                <a:latin typeface="+mj-lt"/>
              </a:rPr>
              <a:t>TREY</a:t>
            </a:r>
            <a:r>
              <a:rPr lang="en-US" sz="1600" b="1" i="0" spc="-100" baseline="0" noProof="0" dirty="0">
                <a:solidFill>
                  <a:schemeClr val="accent1"/>
                </a:solidFill>
                <a:latin typeface="+mj-lt"/>
              </a:rPr>
              <a:t> </a:t>
            </a:r>
            <a:br>
              <a:rPr lang="en-US" sz="1600" b="1" i="0" spc="-100" baseline="0" noProof="0" dirty="0">
                <a:solidFill>
                  <a:schemeClr val="accent1"/>
                </a:solidFill>
                <a:latin typeface="+mj-lt"/>
              </a:rPr>
            </a:br>
            <a:r>
              <a:rPr lang="en-US" sz="1200" b="0" i="0" spc="140" baseline="0" noProof="0" dirty="0">
                <a:solidFill>
                  <a:schemeClr val="tx1">
                    <a:lumMod val="75000"/>
                    <a:lumOff val="25000"/>
                  </a:schemeClr>
                </a:solidFill>
                <a:latin typeface="+mj-lt"/>
              </a:rPr>
              <a:t>research</a:t>
            </a:r>
          </a:p>
        </p:txBody>
      </p:sp>
      <p:sp>
        <p:nvSpPr>
          <p:cNvPr id="9" name="Rectangle 8">
            <a:extLst>
              <a:ext uri="{FF2B5EF4-FFF2-40B4-BE49-F238E27FC236}">
                <a16:creationId xmlns:a16="http://schemas.microsoft.com/office/drawing/2014/main" id="{4BC39664-EB8B-4A32-915A-D4308F79277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9B49670D-8F18-44A8-B217-67B412095C0D}"/>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030FA059-EC32-4FFF-9673-48849B2FA43A}"/>
              </a:ext>
            </a:extLst>
          </p:cNvPr>
          <p:cNvCxnSpPr>
            <a:cxnSpLocks/>
          </p:cNvCxnSpPr>
          <p:nvPr userDrawn="1"/>
        </p:nvCxnSpPr>
        <p:spPr>
          <a:xfrm flipH="1">
            <a:off x="1" y="6371351"/>
            <a:ext cx="1219199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6" r:id="rId5"/>
    <p:sldLayoutId id="2147483659" r:id="rId6"/>
    <p:sldLayoutId id="2147483660" r:id="rId7"/>
    <p:sldLayoutId id="2147483664" r:id="rId8"/>
    <p:sldLayoutId id="2147483650" r:id="rId9"/>
    <p:sldLayoutId id="2147483652" r:id="rId10"/>
    <p:sldLayoutId id="2147483656" r:id="rId11"/>
    <p:sldLayoutId id="2147483657" r:id="rId12"/>
    <p:sldLayoutId id="2147483667" r:id="rId13"/>
    <p:sldLayoutId id="2147483668" r:id="rId14"/>
    <p:sldLayoutId id="2147483669" r:id="rId15"/>
    <p:sldLayoutId id="2147483670" r:id="rId16"/>
    <p:sldLayoutId id="2147483671" r:id="rId17"/>
    <p:sldLayoutId id="2147483673" r:id="rId18"/>
    <p:sldLayoutId id="2147483674" r:id="rId19"/>
    <p:sldLayoutId id="2147483654" r:id="rId20"/>
    <p:sldLayoutId id="2147483655" r:id="rId21"/>
    <p:sldLayoutId id="2147483675" r:id="rId22"/>
    <p:sldLayoutId id="2147483672" r:id="rId23"/>
  </p:sldLayoutIdLst>
  <p:hf hdr="0" dt="0"/>
  <p:txStyles>
    <p:title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www.scrumalliance.org/what-is-agile" TargetMode="External"/><Relationship Id="rId7" Type="http://schemas.openxmlformats.org/officeDocument/2006/relationships/hyperlink" Target="https://www.thescrummaster.co.uk/scrum/the-five-scrum-events/" TargetMode="External"/><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hyperlink" Target="https://www.rebelscrum.site/post/which-scrum-events-are-time-boxed" TargetMode="External"/><Relationship Id="rId5" Type="http://schemas.openxmlformats.org/officeDocument/2006/relationships/hyperlink" Target="https://www.visual-paradigm.com/servlet/editor-content/scrum/what-are-scrum-events/sites/7/2018/11/scrum-roles-artifacts-events.png" TargetMode="External"/><Relationship Id="rId4" Type="http://schemas.openxmlformats.org/officeDocument/2006/relationships/hyperlink" Target="https://www.scrum.org/resources/what-scrum-module"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8.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o.microsoft.com/fwlink/?linkid=2006808&amp;clcid=0x409" TargetMode="Externa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Hands coming together in circle">
            <a:extLst>
              <a:ext uri="{FF2B5EF4-FFF2-40B4-BE49-F238E27FC236}">
                <a16:creationId xmlns:a16="http://schemas.microsoft.com/office/drawing/2014/main" id="{AA8A1CBA-9BB5-2246-9F4B-98EAD7C90158}"/>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a:xfrm>
            <a:off x="3200400" y="2811053"/>
            <a:ext cx="8991600" cy="1261295"/>
          </a:xfrm>
        </p:spPr>
        <p:txBody>
          <a:bodyPr/>
          <a:lstStyle/>
          <a:p>
            <a:pPr algn="ctr"/>
            <a:r>
              <a:rPr lang="en-US" dirty="0">
                <a:solidFill>
                  <a:srgbClr val="00B0F0"/>
                </a:solidFill>
              </a:rPr>
              <a:t>SCRUM</a:t>
            </a:r>
            <a:r>
              <a:rPr lang="en-US" dirty="0"/>
              <a:t>-AGILE</a:t>
            </a:r>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a:xfrm>
            <a:off x="3200400" y="4061039"/>
            <a:ext cx="6580188" cy="580921"/>
          </a:xfrm>
        </p:spPr>
        <p:txBody>
          <a:bodyPr/>
          <a:lstStyle/>
          <a:p>
            <a:r>
              <a:rPr lang="en-US" sz="1200" dirty="0"/>
              <a:t>The Software Development Lifecycle magnum opus of modern project management </a:t>
            </a:r>
          </a:p>
        </p:txBody>
      </p:sp>
      <p:pic>
        <p:nvPicPr>
          <p:cNvPr id="9" name="Picture 8">
            <a:extLst>
              <a:ext uri="{FF2B5EF4-FFF2-40B4-BE49-F238E27FC236}">
                <a16:creationId xmlns:a16="http://schemas.microsoft.com/office/drawing/2014/main" id="{BAA42D9C-FCFF-41FE-B394-AFB6CEF688FD}"/>
              </a:ext>
            </a:extLst>
          </p:cNvPr>
          <p:cNvPicPr>
            <a:picLocks noChangeAspect="1"/>
          </p:cNvPicPr>
          <p:nvPr/>
        </p:nvPicPr>
        <p:blipFill>
          <a:blip r:embed="rId3"/>
          <a:stretch>
            <a:fillRect/>
          </a:stretch>
        </p:blipFill>
        <p:spPr>
          <a:xfrm>
            <a:off x="9780587" y="4103395"/>
            <a:ext cx="2412715" cy="1708273"/>
          </a:xfrm>
          <a:prstGeom prst="rect">
            <a:avLst/>
          </a:prstGeom>
        </p:spPr>
      </p:pic>
    </p:spTree>
    <p:extLst>
      <p:ext uri="{BB962C8B-B14F-4D97-AF65-F5344CB8AC3E}">
        <p14:creationId xmlns:p14="http://schemas.microsoft.com/office/powerpoint/2010/main" val="3989923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Hand writing on post-it note">
            <a:extLst>
              <a:ext uri="{FF2B5EF4-FFF2-40B4-BE49-F238E27FC236}">
                <a16:creationId xmlns:a16="http://schemas.microsoft.com/office/drawing/2014/main" id="{7E468295-904F-0743-AD06-67DA21353B9E}"/>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a:stretch/>
        </p:blipFill>
        <p:spPr>
          <a:xfrm>
            <a:off x="0" y="-179352"/>
            <a:ext cx="6096000" cy="6371351"/>
          </a:xfrm>
        </p:spPr>
      </p:pic>
      <p:sp>
        <p:nvSpPr>
          <p:cNvPr id="20" name="Rectangle 19">
            <a:extLst>
              <a:ext uri="{FF2B5EF4-FFF2-40B4-BE49-F238E27FC236}">
                <a16:creationId xmlns:a16="http://schemas.microsoft.com/office/drawing/2014/main" id="{EFA08948-2B6F-46B1-9D2D-8D7B2B3FBD56}"/>
              </a:ext>
              <a:ext uri="{C183D7F6-B498-43B3-948B-1728B52AA6E4}">
                <adec:decorative xmlns:adec="http://schemas.microsoft.com/office/drawing/2017/decorative" val="1"/>
              </a:ext>
            </a:extLst>
          </p:cNvPr>
          <p:cNvSpPr/>
          <p:nvPr/>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5118100" y="1869795"/>
            <a:ext cx="6641900" cy="1124345"/>
          </a:xfrm>
        </p:spPr>
        <p:txBody>
          <a:bodyPr/>
          <a:lstStyle/>
          <a:p>
            <a:r>
              <a:rPr lang="en-US" dirty="0"/>
              <a:t>What is Agile?</a:t>
            </a:r>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6287999" y="3200378"/>
            <a:ext cx="5472000" cy="2428351"/>
          </a:xfrm>
        </p:spPr>
        <p:txBody>
          <a:bodyPr/>
          <a:lstStyle/>
          <a:p>
            <a:pPr marL="0" indent="0">
              <a:buNone/>
            </a:pPr>
            <a:r>
              <a:rPr lang="en-US" sz="2800" dirty="0"/>
              <a:t>Agile Methodology is described as </a:t>
            </a:r>
          </a:p>
          <a:p>
            <a:pPr marL="0" indent="0">
              <a:buNone/>
            </a:pPr>
            <a:r>
              <a:rPr lang="en-US" dirty="0"/>
              <a:t>a flexible, people-centered approach that helps teams quickly adapt to change and deliver value early and often. It empowers individuals to collaborate and creatively solve problems with autonomy and purpose. (Scrum Alliance, n.d.)</a:t>
            </a:r>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2</a:t>
            </a:fld>
            <a:endParaRPr lang="en-US" dirty="0"/>
          </a:p>
        </p:txBody>
      </p:sp>
      <p:pic>
        <p:nvPicPr>
          <p:cNvPr id="3" name="Picture 2">
            <a:extLst>
              <a:ext uri="{FF2B5EF4-FFF2-40B4-BE49-F238E27FC236}">
                <a16:creationId xmlns:a16="http://schemas.microsoft.com/office/drawing/2014/main" id="{776D7878-0E8B-A364-F6B9-71EFF7ABB343}"/>
              </a:ext>
            </a:extLst>
          </p:cNvPr>
          <p:cNvPicPr>
            <a:picLocks noChangeAspect="1"/>
          </p:cNvPicPr>
          <p:nvPr/>
        </p:nvPicPr>
        <p:blipFill>
          <a:blip r:embed="rId3"/>
          <a:stretch>
            <a:fillRect/>
          </a:stretch>
        </p:blipFill>
        <p:spPr>
          <a:xfrm>
            <a:off x="10187270" y="5892441"/>
            <a:ext cx="1286543" cy="910910"/>
          </a:xfrm>
          <a:prstGeom prst="rect">
            <a:avLst/>
          </a:prstGeom>
        </p:spPr>
      </p:pic>
    </p:spTree>
    <p:extLst>
      <p:ext uri="{BB962C8B-B14F-4D97-AF65-F5344CB8AC3E}">
        <p14:creationId xmlns:p14="http://schemas.microsoft.com/office/powerpoint/2010/main" val="722098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34293-7538-F3AE-A347-61D361B2AB2E}"/>
            </a:ext>
          </a:extLst>
        </p:cNvPr>
        <p:cNvGrpSpPr/>
        <p:nvPr/>
      </p:nvGrpSpPr>
      <p:grpSpPr>
        <a:xfrm>
          <a:off x="0" y="0"/>
          <a:ext cx="0" cy="0"/>
          <a:chOff x="0" y="0"/>
          <a:chExt cx="0" cy="0"/>
        </a:xfrm>
      </p:grpSpPr>
      <p:pic>
        <p:nvPicPr>
          <p:cNvPr id="14" name="Picture Placeholder 13" descr="Hand writing on post-it note">
            <a:extLst>
              <a:ext uri="{FF2B5EF4-FFF2-40B4-BE49-F238E27FC236}">
                <a16:creationId xmlns:a16="http://schemas.microsoft.com/office/drawing/2014/main" id="{2CC0AD85-4FF2-81E3-8AF0-54620CF806FD}"/>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a:stretch/>
        </p:blipFill>
        <p:spPr>
          <a:xfrm>
            <a:off x="0" y="-179352"/>
            <a:ext cx="6096000" cy="6371351"/>
          </a:xfrm>
        </p:spPr>
      </p:pic>
      <p:sp>
        <p:nvSpPr>
          <p:cNvPr id="20" name="Rectangle 19">
            <a:extLst>
              <a:ext uri="{FF2B5EF4-FFF2-40B4-BE49-F238E27FC236}">
                <a16:creationId xmlns:a16="http://schemas.microsoft.com/office/drawing/2014/main" id="{93F362FF-BE7D-8C6F-72DC-21D73E17270E}"/>
              </a:ext>
              <a:ext uri="{C183D7F6-B498-43B3-948B-1728B52AA6E4}">
                <adec:decorative xmlns:adec="http://schemas.microsoft.com/office/drawing/2017/decorative" val="1"/>
              </a:ext>
            </a:extLst>
          </p:cNvPr>
          <p:cNvSpPr/>
          <p:nvPr/>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id="{83A409B4-2BB9-5180-FBA8-D9BBB192080D}"/>
              </a:ext>
            </a:extLst>
          </p:cNvPr>
          <p:cNvSpPr>
            <a:spLocks noGrp="1"/>
          </p:cNvSpPr>
          <p:nvPr>
            <p:ph type="title"/>
          </p:nvPr>
        </p:nvSpPr>
        <p:spPr>
          <a:xfrm>
            <a:off x="5118100" y="1869795"/>
            <a:ext cx="6641900" cy="1124345"/>
          </a:xfrm>
        </p:spPr>
        <p:txBody>
          <a:bodyPr/>
          <a:lstStyle/>
          <a:p>
            <a:r>
              <a:rPr lang="en-US" dirty="0"/>
              <a:t>What is Scrum?</a:t>
            </a:r>
          </a:p>
        </p:txBody>
      </p:sp>
      <p:sp>
        <p:nvSpPr>
          <p:cNvPr id="4" name="Content Placeholder 3">
            <a:extLst>
              <a:ext uri="{FF2B5EF4-FFF2-40B4-BE49-F238E27FC236}">
                <a16:creationId xmlns:a16="http://schemas.microsoft.com/office/drawing/2014/main" id="{6A7855FA-B1A9-EA67-D8DF-DCEA7CB4A5D8}"/>
              </a:ext>
            </a:extLst>
          </p:cNvPr>
          <p:cNvSpPr>
            <a:spLocks noGrp="1"/>
          </p:cNvSpPr>
          <p:nvPr>
            <p:ph sz="half" idx="1"/>
          </p:nvPr>
        </p:nvSpPr>
        <p:spPr>
          <a:xfrm>
            <a:off x="6287999" y="3200378"/>
            <a:ext cx="5472000" cy="2428351"/>
          </a:xfrm>
        </p:spPr>
        <p:txBody>
          <a:bodyPr/>
          <a:lstStyle/>
          <a:p>
            <a:pPr marL="0" indent="0">
              <a:buNone/>
            </a:pPr>
            <a:r>
              <a:rPr lang="en-US" sz="2800" dirty="0"/>
              <a:t>Agile Methodology is described as </a:t>
            </a:r>
          </a:p>
          <a:p>
            <a:pPr marL="0" indent="0">
              <a:buNone/>
            </a:pPr>
            <a:r>
              <a:rPr lang="en-US" dirty="0"/>
              <a:t>a way to get work done as a team in small pieces at a time, with continuous experimentation and feedback loops along the way to learn and improve as you go. (Scrum.org, n.d.)</a:t>
            </a:r>
          </a:p>
        </p:txBody>
      </p:sp>
      <p:sp>
        <p:nvSpPr>
          <p:cNvPr id="6" name="Slide Number Placeholder 5">
            <a:extLst>
              <a:ext uri="{FF2B5EF4-FFF2-40B4-BE49-F238E27FC236}">
                <a16:creationId xmlns:a16="http://schemas.microsoft.com/office/drawing/2014/main" id="{51D4A9A9-69AA-A940-65BA-5BD86C9EE82D}"/>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3</a:t>
            </a:fld>
            <a:endParaRPr lang="en-US" dirty="0"/>
          </a:p>
        </p:txBody>
      </p:sp>
      <p:pic>
        <p:nvPicPr>
          <p:cNvPr id="3" name="Picture 2">
            <a:extLst>
              <a:ext uri="{FF2B5EF4-FFF2-40B4-BE49-F238E27FC236}">
                <a16:creationId xmlns:a16="http://schemas.microsoft.com/office/drawing/2014/main" id="{A549C7AB-C20A-E1F0-E727-CDBF8C930A2C}"/>
              </a:ext>
            </a:extLst>
          </p:cNvPr>
          <p:cNvPicPr>
            <a:picLocks noChangeAspect="1"/>
          </p:cNvPicPr>
          <p:nvPr/>
        </p:nvPicPr>
        <p:blipFill>
          <a:blip r:embed="rId3"/>
          <a:stretch>
            <a:fillRect/>
          </a:stretch>
        </p:blipFill>
        <p:spPr>
          <a:xfrm>
            <a:off x="10187270" y="5892441"/>
            <a:ext cx="1286543" cy="910910"/>
          </a:xfrm>
          <a:prstGeom prst="rect">
            <a:avLst/>
          </a:prstGeom>
        </p:spPr>
      </p:pic>
    </p:spTree>
    <p:extLst>
      <p:ext uri="{BB962C8B-B14F-4D97-AF65-F5344CB8AC3E}">
        <p14:creationId xmlns:p14="http://schemas.microsoft.com/office/powerpoint/2010/main" val="4050726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B3465-0470-E997-DCE5-CCB191BFA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8AB8F3-D2DE-C995-E056-0EE64CF33E7D}"/>
              </a:ext>
            </a:extLst>
          </p:cNvPr>
          <p:cNvSpPr>
            <a:spLocks noGrp="1"/>
          </p:cNvSpPr>
          <p:nvPr>
            <p:ph type="title"/>
          </p:nvPr>
        </p:nvSpPr>
        <p:spPr>
          <a:xfrm>
            <a:off x="420000" y="432000"/>
            <a:ext cx="11340000" cy="432000"/>
          </a:xfrm>
        </p:spPr>
        <p:txBody>
          <a:bodyPr/>
          <a:lstStyle/>
          <a:p>
            <a:r>
              <a:rPr lang="en-US" dirty="0"/>
              <a:t>The “How?” of Scrum-Agile</a:t>
            </a:r>
          </a:p>
        </p:txBody>
      </p:sp>
      <p:sp>
        <p:nvSpPr>
          <p:cNvPr id="3" name="Text Placeholder 2">
            <a:extLst>
              <a:ext uri="{FF2B5EF4-FFF2-40B4-BE49-F238E27FC236}">
                <a16:creationId xmlns:a16="http://schemas.microsoft.com/office/drawing/2014/main" id="{EA20150D-0967-0956-2D38-0D3A4CC461EB}"/>
              </a:ext>
            </a:extLst>
          </p:cNvPr>
          <p:cNvSpPr>
            <a:spLocks noGrp="1"/>
          </p:cNvSpPr>
          <p:nvPr>
            <p:ph type="body" sz="quarter" idx="32"/>
          </p:nvPr>
        </p:nvSpPr>
        <p:spPr/>
        <p:txBody>
          <a:bodyPr/>
          <a:lstStyle/>
          <a:p>
            <a:r>
              <a:rPr lang="en-US" dirty="0"/>
              <a:t>The confluence of </a:t>
            </a:r>
            <a:r>
              <a:rPr lang="en-US" dirty="0" err="1"/>
              <a:t>Agile’s</a:t>
            </a:r>
            <a:r>
              <a:rPr lang="en-US" dirty="0"/>
              <a:t> adaptative and value-based approach with that of the procedural and consistent structure of the Scrum process results in a semi-rigid software development lifecycle that results in early and frequent value while enhancing the team’s confidence in team utilization and collaboration. The key components of this process consist of the roles, events, and artifacts involved. </a:t>
            </a:r>
          </a:p>
        </p:txBody>
      </p:sp>
      <p:sp>
        <p:nvSpPr>
          <p:cNvPr id="8" name="Slide Number Placeholder 7">
            <a:extLst>
              <a:ext uri="{FF2B5EF4-FFF2-40B4-BE49-F238E27FC236}">
                <a16:creationId xmlns:a16="http://schemas.microsoft.com/office/drawing/2014/main" id="{FC8DF31F-6EA1-0746-9365-B4FE5D38F85B}"/>
              </a:ext>
            </a:extLst>
          </p:cNvPr>
          <p:cNvSpPr>
            <a:spLocks noGrp="1"/>
          </p:cNvSpPr>
          <p:nvPr>
            <p:ph type="sldNum" sz="quarter" idx="33"/>
          </p:nvPr>
        </p:nvSpPr>
        <p:spPr>
          <a:xfrm>
            <a:off x="11760000" y="6371351"/>
            <a:ext cx="432000" cy="432000"/>
          </a:xfrm>
          <a:solidFill>
            <a:schemeClr val="tx1">
              <a:lumMod val="95000"/>
              <a:lumOff val="5000"/>
            </a:schemeClr>
          </a:solidFill>
        </p:spPr>
        <p:txBody>
          <a:bodyPr/>
          <a:lstStyle/>
          <a:p>
            <a:fld id="{19B51A1E-902D-48AF-9020-955120F399B6}" type="slidenum">
              <a:rPr lang="en-US" smtClean="0"/>
              <a:pPr/>
              <a:t>4</a:t>
            </a:fld>
            <a:endParaRPr lang="en-US" dirty="0"/>
          </a:p>
        </p:txBody>
      </p:sp>
      <p:sp>
        <p:nvSpPr>
          <p:cNvPr id="14" name="Text Placeholder 3">
            <a:extLst>
              <a:ext uri="{FF2B5EF4-FFF2-40B4-BE49-F238E27FC236}">
                <a16:creationId xmlns:a16="http://schemas.microsoft.com/office/drawing/2014/main" id="{A9D5DBB3-070B-DEA5-474A-F57EDEDF83EF}"/>
              </a:ext>
            </a:extLst>
          </p:cNvPr>
          <p:cNvSpPr txBox="1">
            <a:spLocks/>
          </p:cNvSpPr>
          <p:nvPr/>
        </p:nvSpPr>
        <p:spPr>
          <a:xfrm>
            <a:off x="1518336" y="5850001"/>
            <a:ext cx="9143325" cy="23616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lumMod val="75000"/>
                    <a:lumOff val="2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1200" b="0" dirty="0"/>
              <a:t>Figure 1 </a:t>
            </a:r>
          </a:p>
        </p:txBody>
      </p:sp>
      <p:pic>
        <p:nvPicPr>
          <p:cNvPr id="23" name="Picture 22">
            <a:extLst>
              <a:ext uri="{FF2B5EF4-FFF2-40B4-BE49-F238E27FC236}">
                <a16:creationId xmlns:a16="http://schemas.microsoft.com/office/drawing/2014/main" id="{A50741D4-730E-4EF0-9D92-1CFD11858097}"/>
              </a:ext>
            </a:extLst>
          </p:cNvPr>
          <p:cNvPicPr>
            <a:picLocks noChangeAspect="1"/>
          </p:cNvPicPr>
          <p:nvPr/>
        </p:nvPicPr>
        <p:blipFill>
          <a:blip r:embed="rId2"/>
          <a:stretch>
            <a:fillRect/>
          </a:stretch>
        </p:blipFill>
        <p:spPr>
          <a:xfrm>
            <a:off x="1518337" y="2319397"/>
            <a:ext cx="9143326" cy="3456624"/>
          </a:xfrm>
          <a:prstGeom prst="rect">
            <a:avLst/>
          </a:prstGeom>
        </p:spPr>
      </p:pic>
      <p:pic>
        <p:nvPicPr>
          <p:cNvPr id="24" name="Picture 23">
            <a:extLst>
              <a:ext uri="{FF2B5EF4-FFF2-40B4-BE49-F238E27FC236}">
                <a16:creationId xmlns:a16="http://schemas.microsoft.com/office/drawing/2014/main" id="{2728E90F-F1B0-9655-ED63-B9243BF3F799}"/>
              </a:ext>
            </a:extLst>
          </p:cNvPr>
          <p:cNvPicPr>
            <a:picLocks noChangeAspect="1"/>
          </p:cNvPicPr>
          <p:nvPr/>
        </p:nvPicPr>
        <p:blipFill>
          <a:blip r:embed="rId3"/>
          <a:stretch>
            <a:fillRect/>
          </a:stretch>
        </p:blipFill>
        <p:spPr>
          <a:xfrm>
            <a:off x="10187270" y="5892441"/>
            <a:ext cx="1286543" cy="910910"/>
          </a:xfrm>
          <a:prstGeom prst="rect">
            <a:avLst/>
          </a:prstGeom>
        </p:spPr>
      </p:pic>
    </p:spTree>
    <p:extLst>
      <p:ext uri="{BB962C8B-B14F-4D97-AF65-F5344CB8AC3E}">
        <p14:creationId xmlns:p14="http://schemas.microsoft.com/office/powerpoint/2010/main" val="3327409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67129-D582-495A-8F4B-6B9075899DD6}"/>
              </a:ext>
            </a:extLst>
          </p:cNvPr>
          <p:cNvSpPr>
            <a:spLocks noGrp="1"/>
          </p:cNvSpPr>
          <p:nvPr>
            <p:ph type="title"/>
          </p:nvPr>
        </p:nvSpPr>
        <p:spPr/>
        <p:txBody>
          <a:bodyPr/>
          <a:lstStyle/>
          <a:p>
            <a:r>
              <a:rPr lang="en-US" dirty="0"/>
              <a:t>Scrum Roles</a:t>
            </a:r>
          </a:p>
        </p:txBody>
      </p:sp>
      <p:sp>
        <p:nvSpPr>
          <p:cNvPr id="3" name="Text Placeholder 2">
            <a:extLst>
              <a:ext uri="{FF2B5EF4-FFF2-40B4-BE49-F238E27FC236}">
                <a16:creationId xmlns:a16="http://schemas.microsoft.com/office/drawing/2014/main" id="{F204AFD2-303D-4B48-AA3E-C96B74D8127A}"/>
              </a:ext>
            </a:extLst>
          </p:cNvPr>
          <p:cNvSpPr>
            <a:spLocks noGrp="1"/>
          </p:cNvSpPr>
          <p:nvPr>
            <p:ph type="body" sz="quarter" idx="32"/>
          </p:nvPr>
        </p:nvSpPr>
        <p:spPr>
          <a:xfrm>
            <a:off x="426243" y="5850000"/>
            <a:ext cx="11420348" cy="360000"/>
          </a:xfrm>
        </p:spPr>
        <p:txBody>
          <a:bodyPr/>
          <a:lstStyle/>
          <a:p>
            <a:pPr algn="ctr"/>
            <a:r>
              <a:rPr lang="en-US" sz="1200" dirty="0"/>
              <a:t>Table 1</a:t>
            </a:r>
          </a:p>
        </p:txBody>
      </p:sp>
      <p:graphicFrame>
        <p:nvGraphicFramePr>
          <p:cNvPr id="4" name="Table 3">
            <a:extLst>
              <a:ext uri="{FF2B5EF4-FFF2-40B4-BE49-F238E27FC236}">
                <a16:creationId xmlns:a16="http://schemas.microsoft.com/office/drawing/2014/main" id="{BEE0921D-4C1D-4106-9AC0-F73F30E8DA3C}"/>
              </a:ext>
            </a:extLst>
          </p:cNvPr>
          <p:cNvGraphicFramePr>
            <a:graphicFrameLocks noGrp="1"/>
          </p:cNvGraphicFramePr>
          <p:nvPr>
            <p:extLst>
              <p:ext uri="{D42A27DB-BD31-4B8C-83A1-F6EECF244321}">
                <p14:modId xmlns:p14="http://schemas.microsoft.com/office/powerpoint/2010/main" val="3010116481"/>
              </p:ext>
            </p:extLst>
          </p:nvPr>
        </p:nvGraphicFramePr>
        <p:xfrm>
          <a:off x="420687" y="1345916"/>
          <a:ext cx="11425904" cy="4481950"/>
        </p:xfrm>
        <a:graphic>
          <a:graphicData uri="http://schemas.openxmlformats.org/drawingml/2006/table">
            <a:tbl>
              <a:tblPr firstRow="1" firstCol="1">
                <a:tableStyleId>{5C22544A-7EE6-4342-B048-85BDC9FD1C3A}</a:tableStyleId>
              </a:tblPr>
              <a:tblGrid>
                <a:gridCol w="1918111">
                  <a:extLst>
                    <a:ext uri="{9D8B030D-6E8A-4147-A177-3AD203B41FA5}">
                      <a16:colId xmlns:a16="http://schemas.microsoft.com/office/drawing/2014/main" val="1173992025"/>
                    </a:ext>
                  </a:extLst>
                </a:gridCol>
                <a:gridCol w="1288025">
                  <a:extLst>
                    <a:ext uri="{9D8B030D-6E8A-4147-A177-3AD203B41FA5}">
                      <a16:colId xmlns:a16="http://schemas.microsoft.com/office/drawing/2014/main" val="115202853"/>
                    </a:ext>
                  </a:extLst>
                </a:gridCol>
                <a:gridCol w="5363292">
                  <a:extLst>
                    <a:ext uri="{9D8B030D-6E8A-4147-A177-3AD203B41FA5}">
                      <a16:colId xmlns:a16="http://schemas.microsoft.com/office/drawing/2014/main" val="1010693434"/>
                    </a:ext>
                  </a:extLst>
                </a:gridCol>
                <a:gridCol w="2856476">
                  <a:extLst>
                    <a:ext uri="{9D8B030D-6E8A-4147-A177-3AD203B41FA5}">
                      <a16:colId xmlns:a16="http://schemas.microsoft.com/office/drawing/2014/main" val="608292439"/>
                    </a:ext>
                  </a:extLst>
                </a:gridCol>
              </a:tblGrid>
              <a:tr h="595750">
                <a:tc>
                  <a:txBody>
                    <a:bodyPr/>
                    <a:lstStyle/>
                    <a:p>
                      <a:pPr algn="ctr"/>
                      <a:r>
                        <a:rPr lang="en-ZA" dirty="0">
                          <a:solidFill>
                            <a:schemeClr val="bg1"/>
                          </a:solidFill>
                        </a:rPr>
                        <a:t>Role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a:r>
                        <a:rPr lang="en-ZA" sz="1600" b="0" dirty="0">
                          <a:solidFill>
                            <a:schemeClr val="bg1"/>
                          </a:solidFill>
                          <a:latin typeface="+mj-lt"/>
                        </a:rPr>
                        <a:t>Quantity / Scrum Team</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ZA" sz="1600" b="0" dirty="0">
                          <a:solidFill>
                            <a:schemeClr val="bg1"/>
                          </a:solidFill>
                          <a:latin typeface="+mj-lt"/>
                        </a:rPr>
                        <a:t>Scope of Responsibilities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ZA" sz="1600" b="0" kern="1200" dirty="0">
                          <a:solidFill>
                            <a:schemeClr val="bg1"/>
                          </a:solidFill>
                          <a:latin typeface="+mn-lt"/>
                          <a:ea typeface="+mn-ea"/>
                          <a:cs typeface="+mn-cs"/>
                        </a:rPr>
                        <a:t>Traits</a:t>
                      </a:r>
                      <a:endParaRPr lang="en-ZA" sz="1600" b="0" dirty="0">
                        <a:solidFill>
                          <a:schemeClr val="bg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1007223600"/>
                  </a:ext>
                </a:extLst>
              </a:tr>
              <a:tr h="859602">
                <a:tc>
                  <a:txBody>
                    <a:bodyPr/>
                    <a:lstStyle/>
                    <a:p>
                      <a:pPr algn="ctr"/>
                      <a:r>
                        <a:rPr lang="en-ZA" sz="1600" b="1" dirty="0">
                          <a:solidFill>
                            <a:schemeClr val="tx1">
                              <a:lumMod val="75000"/>
                              <a:lumOff val="25000"/>
                            </a:schemeClr>
                          </a:solidFill>
                        </a:rPr>
                        <a:t>Product Owner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ZA" sz="1600" dirty="0">
                          <a:solidFill>
                            <a:schemeClr val="tx1">
                              <a:lumMod val="75000"/>
                              <a:lumOff val="25000"/>
                            </a:schemeClr>
                          </a:solidFill>
                        </a:rPr>
                        <a:t>1</a:t>
                      </a: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buFontTx/>
                        <a:buChar char="-"/>
                      </a:pPr>
                      <a:r>
                        <a:rPr lang="en-ZA" sz="1050" dirty="0">
                          <a:solidFill>
                            <a:schemeClr val="tx1">
                              <a:lumMod val="75000"/>
                              <a:lumOff val="25000"/>
                            </a:schemeClr>
                          </a:solidFill>
                        </a:rPr>
                        <a:t>Owns and manages the Product backlog and Product vision that guides the development</a:t>
                      </a:r>
                    </a:p>
                    <a:p>
                      <a:pPr marL="285750" indent="-285750" algn="l">
                        <a:buFontTx/>
                        <a:buChar char="-"/>
                      </a:pPr>
                      <a:r>
                        <a:rPr lang="en-ZA" sz="1050" dirty="0">
                          <a:solidFill>
                            <a:schemeClr val="tx1">
                              <a:lumMod val="75000"/>
                              <a:lumOff val="25000"/>
                            </a:schemeClr>
                          </a:solidFill>
                        </a:rPr>
                        <a:t>Reviews the risk, stakeholder feedback, and output value of each aspect of the project to determine priority.</a:t>
                      </a:r>
                    </a:p>
                    <a:p>
                      <a:pPr marL="285750" indent="-285750" algn="l">
                        <a:buFontTx/>
                        <a:buChar char="-"/>
                      </a:pPr>
                      <a:r>
                        <a:rPr lang="en-ZA" sz="1050" dirty="0">
                          <a:solidFill>
                            <a:schemeClr val="tx1">
                              <a:lumMod val="75000"/>
                              <a:lumOff val="25000"/>
                            </a:schemeClr>
                          </a:solidFill>
                        </a:rPr>
                        <a:t>Acts as a buffer layer between customer/stakeholder inputs and the Scrum team</a:t>
                      </a:r>
                    </a:p>
                  </a:txBody>
                  <a:tcPr anchor="ctr">
                    <a:lnL w="3175"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buFontTx/>
                        <a:buChar char="-"/>
                      </a:pPr>
                      <a:r>
                        <a:rPr lang="en-ZA" sz="1050" kern="1200" dirty="0">
                          <a:solidFill>
                            <a:schemeClr val="tx1">
                              <a:lumMod val="75000"/>
                              <a:lumOff val="25000"/>
                            </a:schemeClr>
                          </a:solidFill>
                          <a:latin typeface="+mn-lt"/>
                          <a:ea typeface="+mn-ea"/>
                          <a:cs typeface="+mn-cs"/>
                        </a:rPr>
                        <a:t>Servant leader mindset</a:t>
                      </a:r>
                    </a:p>
                    <a:p>
                      <a:pPr marL="285750" indent="-285750" algn="l">
                        <a:buFontTx/>
                        <a:buChar char="-"/>
                      </a:pPr>
                      <a:r>
                        <a:rPr lang="en-ZA" sz="1050" kern="1200" dirty="0">
                          <a:solidFill>
                            <a:schemeClr val="tx1">
                              <a:lumMod val="75000"/>
                              <a:lumOff val="25000"/>
                            </a:schemeClr>
                          </a:solidFill>
                          <a:latin typeface="+mn-lt"/>
                          <a:ea typeface="+mn-ea"/>
                          <a:cs typeface="+mn-cs"/>
                        </a:rPr>
                        <a:t>Ability to </a:t>
                      </a:r>
                      <a:r>
                        <a:rPr lang="en-ZA" sz="1050" kern="1200" dirty="0" err="1">
                          <a:solidFill>
                            <a:schemeClr val="tx1">
                              <a:lumMod val="75000"/>
                              <a:lumOff val="25000"/>
                            </a:schemeClr>
                          </a:solidFill>
                          <a:latin typeface="+mn-lt"/>
                          <a:ea typeface="+mn-ea"/>
                          <a:cs typeface="+mn-cs"/>
                        </a:rPr>
                        <a:t>analyze</a:t>
                      </a:r>
                      <a:r>
                        <a:rPr lang="en-ZA" sz="1050" kern="1200" dirty="0">
                          <a:solidFill>
                            <a:schemeClr val="tx1">
                              <a:lumMod val="75000"/>
                              <a:lumOff val="25000"/>
                            </a:schemeClr>
                          </a:solidFill>
                          <a:latin typeface="+mn-lt"/>
                          <a:ea typeface="+mn-ea"/>
                          <a:cs typeface="+mn-cs"/>
                        </a:rPr>
                        <a:t> and prioritize</a:t>
                      </a:r>
                    </a:p>
                    <a:p>
                      <a:pPr marL="285750" indent="-285750" algn="l">
                        <a:buFontTx/>
                        <a:buChar char="-"/>
                      </a:pPr>
                      <a:r>
                        <a:rPr lang="en-ZA" sz="1050" kern="1200" dirty="0">
                          <a:solidFill>
                            <a:schemeClr val="tx1">
                              <a:lumMod val="75000"/>
                              <a:lumOff val="25000"/>
                            </a:schemeClr>
                          </a:solidFill>
                          <a:latin typeface="+mn-lt"/>
                          <a:ea typeface="+mn-ea"/>
                          <a:cs typeface="+mn-cs"/>
                        </a:rPr>
                        <a:t>Customer relation and stakeholder interaction management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3495943"/>
                  </a:ext>
                </a:extLst>
              </a:tr>
              <a:tr h="859602">
                <a:tc>
                  <a:txBody>
                    <a:bodyPr/>
                    <a:lstStyle/>
                    <a:p>
                      <a:pPr algn="ctr"/>
                      <a:r>
                        <a:rPr lang="en-ZA" sz="1600" b="1" dirty="0">
                          <a:solidFill>
                            <a:schemeClr val="tx1">
                              <a:lumMod val="75000"/>
                              <a:lumOff val="25000"/>
                            </a:schemeClr>
                          </a:solidFill>
                        </a:rPr>
                        <a:t>Scrum Master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ZA" sz="1600" dirty="0">
                          <a:solidFill>
                            <a:schemeClr val="tx1">
                              <a:lumMod val="75000"/>
                              <a:lumOff val="25000"/>
                            </a:schemeClr>
                          </a:solidFill>
                        </a:rPr>
                        <a:t>1</a:t>
                      </a: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buFontTx/>
                        <a:buChar char="-"/>
                      </a:pPr>
                      <a:r>
                        <a:rPr lang="en-ZA" sz="1050" dirty="0">
                          <a:solidFill>
                            <a:schemeClr val="tx1">
                              <a:lumMod val="75000"/>
                              <a:lumOff val="25000"/>
                            </a:schemeClr>
                          </a:solidFill>
                        </a:rPr>
                        <a:t>Clears roadblocks for the team’s ability to work</a:t>
                      </a:r>
                    </a:p>
                    <a:p>
                      <a:pPr marL="285750" indent="-285750" algn="l">
                        <a:buFontTx/>
                        <a:buChar char="-"/>
                      </a:pPr>
                      <a:r>
                        <a:rPr lang="en-ZA" sz="1050" dirty="0">
                          <a:solidFill>
                            <a:schemeClr val="tx1">
                              <a:lumMod val="75000"/>
                              <a:lumOff val="25000"/>
                            </a:schemeClr>
                          </a:solidFill>
                        </a:rPr>
                        <a:t>Mentors and coaches the members of the scrum team utilizing Scrum practices</a:t>
                      </a:r>
                    </a:p>
                    <a:p>
                      <a:pPr marL="285750" indent="-285750" algn="l">
                        <a:buFontTx/>
                        <a:buChar char="-"/>
                      </a:pPr>
                      <a:r>
                        <a:rPr lang="en-ZA" sz="1050" dirty="0">
                          <a:solidFill>
                            <a:schemeClr val="tx1">
                              <a:lumMod val="75000"/>
                              <a:lumOff val="25000"/>
                            </a:schemeClr>
                          </a:solidFill>
                        </a:rPr>
                        <a:t>Monitors the internal culture and trends of the team to foster continuous improvement and feedback loops</a:t>
                      </a:r>
                    </a:p>
                  </a:txBody>
                  <a:tcPr anchor="ctr">
                    <a:lnL w="3175"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buFontTx/>
                        <a:buChar char="-"/>
                      </a:pPr>
                      <a:r>
                        <a:rPr lang="en-ZA" sz="1050" kern="1200" dirty="0">
                          <a:solidFill>
                            <a:schemeClr val="tx1">
                              <a:lumMod val="75000"/>
                              <a:lumOff val="25000"/>
                            </a:schemeClr>
                          </a:solidFill>
                          <a:latin typeface="+mn-lt"/>
                          <a:ea typeface="+mn-ea"/>
                          <a:cs typeface="+mn-cs"/>
                        </a:rPr>
                        <a:t>Active listener</a:t>
                      </a:r>
                    </a:p>
                    <a:p>
                      <a:pPr marL="285750" indent="-285750" algn="l">
                        <a:buFontTx/>
                        <a:buChar char="-"/>
                      </a:pPr>
                      <a:r>
                        <a:rPr lang="en-ZA" sz="1050" kern="1200" dirty="0">
                          <a:solidFill>
                            <a:schemeClr val="tx1">
                              <a:lumMod val="75000"/>
                              <a:lumOff val="25000"/>
                            </a:schemeClr>
                          </a:solidFill>
                          <a:latin typeface="+mn-lt"/>
                          <a:ea typeface="+mn-ea"/>
                          <a:cs typeface="+mn-cs"/>
                        </a:rPr>
                        <a:t>Developed facilitation skills</a:t>
                      </a:r>
                    </a:p>
                    <a:p>
                      <a:pPr marL="285750" indent="-285750" algn="l">
                        <a:buFontTx/>
                        <a:buChar char="-"/>
                      </a:pPr>
                      <a:r>
                        <a:rPr lang="en-ZA" sz="1050" kern="1200" dirty="0">
                          <a:solidFill>
                            <a:schemeClr val="tx1">
                              <a:lumMod val="75000"/>
                              <a:lumOff val="25000"/>
                            </a:schemeClr>
                          </a:solidFill>
                          <a:latin typeface="+mn-lt"/>
                          <a:ea typeface="+mn-ea"/>
                          <a:cs typeface="+mn-cs"/>
                        </a:rPr>
                        <a:t>Clear understanding of the Scrum methodology</a:t>
                      </a:r>
                    </a:p>
                    <a:p>
                      <a:pPr marL="285750" indent="-285750" algn="l">
                        <a:buFontTx/>
                        <a:buChar char="-"/>
                      </a:pPr>
                      <a:endParaRPr lang="en-ZA" sz="1050" kern="1200" dirty="0">
                        <a:solidFill>
                          <a:schemeClr val="tx1">
                            <a:lumMod val="75000"/>
                            <a:lumOff val="25000"/>
                          </a:schemeClr>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2132828"/>
                  </a:ext>
                </a:extLst>
              </a:tr>
              <a:tr h="1013890">
                <a:tc>
                  <a:txBody>
                    <a:bodyPr/>
                    <a:lstStyle/>
                    <a:p>
                      <a:pPr algn="ctr"/>
                      <a:r>
                        <a:rPr lang="en-ZA" sz="1600" b="1" dirty="0">
                          <a:solidFill>
                            <a:schemeClr val="tx1">
                              <a:lumMod val="75000"/>
                              <a:lumOff val="25000"/>
                            </a:schemeClr>
                          </a:solidFill>
                        </a:rPr>
                        <a:t>Tester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ZA" sz="1600" dirty="0">
                          <a:solidFill>
                            <a:schemeClr val="tx1">
                              <a:lumMod val="75000"/>
                              <a:lumOff val="25000"/>
                            </a:schemeClr>
                          </a:solidFill>
                        </a:rPr>
                        <a:t>1+</a:t>
                      </a: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buFontTx/>
                        <a:buChar char="-"/>
                      </a:pPr>
                      <a:r>
                        <a:rPr lang="en-ZA" sz="1050" dirty="0">
                          <a:solidFill>
                            <a:schemeClr val="tx1">
                              <a:lumMod val="75000"/>
                              <a:lumOff val="25000"/>
                            </a:schemeClr>
                          </a:solidFill>
                        </a:rPr>
                        <a:t>Re-engineers the acceptance criteria of assigned user stories into confirmation gateways to test the developer’s code</a:t>
                      </a:r>
                    </a:p>
                    <a:p>
                      <a:pPr marL="285750" indent="-285750" algn="l">
                        <a:buFontTx/>
                        <a:buChar char="-"/>
                      </a:pPr>
                      <a:r>
                        <a:rPr lang="en-ZA" sz="1050" dirty="0">
                          <a:solidFill>
                            <a:schemeClr val="tx1">
                              <a:lumMod val="75000"/>
                              <a:lumOff val="25000"/>
                            </a:schemeClr>
                          </a:solidFill>
                        </a:rPr>
                        <a:t>Works with the Product Owner to determine the acceptance criteria’s scope and granularity</a:t>
                      </a:r>
                    </a:p>
                    <a:p>
                      <a:pPr marL="285750" indent="-285750" algn="l">
                        <a:buFontTx/>
                        <a:buChar char="-"/>
                      </a:pPr>
                      <a:r>
                        <a:rPr lang="en-ZA" sz="1050" dirty="0">
                          <a:solidFill>
                            <a:schemeClr val="tx1">
                              <a:lumMod val="75000"/>
                              <a:lumOff val="25000"/>
                            </a:schemeClr>
                          </a:solidFill>
                        </a:rPr>
                        <a:t>Can work alongside developers to expedite the quality and efficiency of writing functional code.</a:t>
                      </a:r>
                    </a:p>
                  </a:txBody>
                  <a:tcPr anchor="ctr">
                    <a:lnL w="3175"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defTabSz="914400" rtl="0" eaLnBrk="1" latinLnBrk="0" hangingPunct="1">
                        <a:buFontTx/>
                        <a:buChar char="-"/>
                      </a:pPr>
                      <a:r>
                        <a:rPr lang="en-ZA" sz="1050" kern="1200" dirty="0">
                          <a:solidFill>
                            <a:schemeClr val="tx1">
                              <a:lumMod val="75000"/>
                              <a:lumOff val="25000"/>
                            </a:schemeClr>
                          </a:solidFill>
                          <a:latin typeface="+mn-lt"/>
                          <a:ea typeface="+mn-ea"/>
                          <a:cs typeface="+mn-cs"/>
                        </a:rPr>
                        <a:t>Detailed oriented</a:t>
                      </a:r>
                    </a:p>
                    <a:p>
                      <a:pPr marL="285750" indent="-285750" algn="l" defTabSz="914400" rtl="0" eaLnBrk="1" latinLnBrk="0" hangingPunct="1">
                        <a:buFontTx/>
                        <a:buChar char="-"/>
                      </a:pPr>
                      <a:r>
                        <a:rPr lang="en-ZA" sz="1050" kern="1200" dirty="0">
                          <a:solidFill>
                            <a:schemeClr val="tx1">
                              <a:lumMod val="75000"/>
                              <a:lumOff val="25000"/>
                            </a:schemeClr>
                          </a:solidFill>
                          <a:latin typeface="+mn-lt"/>
                          <a:ea typeface="+mn-ea"/>
                          <a:cs typeface="+mn-cs"/>
                        </a:rPr>
                        <a:t>Ability to translate requirements into definable outcomes</a:t>
                      </a:r>
                    </a:p>
                    <a:p>
                      <a:pPr marL="285750" indent="-285750" algn="l">
                        <a:buFontTx/>
                        <a:buChar char="-"/>
                      </a:pPr>
                      <a:endParaRPr lang="en-ZA" sz="1050" kern="1200" dirty="0">
                        <a:solidFill>
                          <a:schemeClr val="tx1">
                            <a:lumMod val="75000"/>
                            <a:lumOff val="25000"/>
                          </a:schemeClr>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4300830"/>
                  </a:ext>
                </a:extLst>
              </a:tr>
              <a:tr h="1013890">
                <a:tc>
                  <a:txBody>
                    <a:bodyPr/>
                    <a:lstStyle/>
                    <a:p>
                      <a:pPr algn="ctr"/>
                      <a:r>
                        <a:rPr lang="en-ZA" sz="1600" b="1" dirty="0">
                          <a:solidFill>
                            <a:schemeClr val="tx1">
                              <a:lumMod val="75000"/>
                              <a:lumOff val="25000"/>
                            </a:schemeClr>
                          </a:solidFill>
                        </a:rPr>
                        <a:t>Developer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ZA" sz="1600" dirty="0">
                          <a:solidFill>
                            <a:schemeClr val="tx1">
                              <a:lumMod val="75000"/>
                              <a:lumOff val="25000"/>
                            </a:schemeClr>
                          </a:solidFill>
                        </a:rPr>
                        <a:t>1+</a:t>
                      </a: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defTabSz="914400" rtl="0" eaLnBrk="1" latinLnBrk="0" hangingPunct="1">
                        <a:buFontTx/>
                        <a:buChar char="-"/>
                      </a:pPr>
                      <a:r>
                        <a:rPr lang="en-ZA" sz="1050" kern="1200" dirty="0">
                          <a:solidFill>
                            <a:schemeClr val="tx1">
                              <a:lumMod val="75000"/>
                              <a:lumOff val="25000"/>
                            </a:schemeClr>
                          </a:solidFill>
                          <a:latin typeface="+mn-lt"/>
                          <a:ea typeface="+mn-ea"/>
                          <a:cs typeface="+mn-cs"/>
                        </a:rPr>
                        <a:t>Deliver their assigned work timely and functional</a:t>
                      </a:r>
                    </a:p>
                    <a:p>
                      <a:pPr marL="285750" indent="-285750" algn="l" defTabSz="914400" rtl="0" eaLnBrk="1" latinLnBrk="0" hangingPunct="1">
                        <a:buFontTx/>
                        <a:buChar char="-"/>
                      </a:pPr>
                      <a:r>
                        <a:rPr lang="en-ZA" sz="1050" kern="1200" dirty="0">
                          <a:solidFill>
                            <a:schemeClr val="tx1">
                              <a:lumMod val="75000"/>
                              <a:lumOff val="25000"/>
                            </a:schemeClr>
                          </a:solidFill>
                          <a:latin typeface="+mn-lt"/>
                          <a:ea typeface="+mn-ea"/>
                          <a:cs typeface="+mn-cs"/>
                        </a:rPr>
                        <a:t>Collaborate cross-functionally with a focus on meeting all acceptance criteria in-line</a:t>
                      </a:r>
                    </a:p>
                    <a:p>
                      <a:pPr marL="285750" indent="-285750" algn="l" defTabSz="914400" rtl="0" eaLnBrk="1" latinLnBrk="0" hangingPunct="1">
                        <a:buFontTx/>
                        <a:buChar char="-"/>
                      </a:pPr>
                      <a:r>
                        <a:rPr lang="en-ZA" sz="1050" kern="1200" dirty="0">
                          <a:solidFill>
                            <a:schemeClr val="tx1">
                              <a:lumMod val="75000"/>
                              <a:lumOff val="25000"/>
                            </a:schemeClr>
                          </a:solidFill>
                          <a:latin typeface="+mn-lt"/>
                          <a:ea typeface="+mn-ea"/>
                          <a:cs typeface="+mn-cs"/>
                        </a:rPr>
                        <a:t>Communicate roadblocks and dependencies continuously</a:t>
                      </a:r>
                    </a:p>
                  </a:txBody>
                  <a:tcPr anchor="ctr">
                    <a:lnL w="3175"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buFontTx/>
                        <a:buChar char="-"/>
                      </a:pPr>
                      <a:r>
                        <a:rPr lang="en-ZA" sz="1050" kern="1200" dirty="0">
                          <a:solidFill>
                            <a:schemeClr val="tx1">
                              <a:lumMod val="75000"/>
                              <a:lumOff val="25000"/>
                            </a:schemeClr>
                          </a:solidFill>
                          <a:latin typeface="+mn-lt"/>
                          <a:ea typeface="+mn-ea"/>
                          <a:cs typeface="+mn-cs"/>
                        </a:rPr>
                        <a:t>Ability to ask questions to seek clarification</a:t>
                      </a:r>
                    </a:p>
                    <a:p>
                      <a:pPr marL="285750" indent="-285750" algn="l">
                        <a:buFontTx/>
                        <a:buChar char="-"/>
                      </a:pPr>
                      <a:r>
                        <a:rPr lang="en-ZA" sz="1050" kern="1200" dirty="0">
                          <a:solidFill>
                            <a:schemeClr val="tx1">
                              <a:lumMod val="75000"/>
                              <a:lumOff val="25000"/>
                            </a:schemeClr>
                          </a:solidFill>
                          <a:latin typeface="+mn-lt"/>
                          <a:ea typeface="+mn-ea"/>
                          <a:cs typeface="+mn-cs"/>
                        </a:rPr>
                        <a:t>Comfort with adapting to changes</a:t>
                      </a:r>
                    </a:p>
                    <a:p>
                      <a:pPr marL="285750" indent="-285750" algn="l">
                        <a:buFontTx/>
                        <a:buChar char="-"/>
                      </a:pPr>
                      <a:r>
                        <a:rPr lang="en-ZA" sz="1050" kern="1200" dirty="0">
                          <a:solidFill>
                            <a:schemeClr val="tx1">
                              <a:lumMod val="75000"/>
                              <a:lumOff val="25000"/>
                            </a:schemeClr>
                          </a:solidFill>
                          <a:latin typeface="+mn-lt"/>
                          <a:ea typeface="+mn-ea"/>
                          <a:cs typeface="+mn-cs"/>
                        </a:rPr>
                        <a:t>Familiarity with problem solving and learning new tools</a:t>
                      </a:r>
                    </a:p>
                    <a:p>
                      <a:pPr marL="285750" indent="-285750" algn="l">
                        <a:buFontTx/>
                        <a:buChar char="-"/>
                      </a:pPr>
                      <a:endParaRPr lang="en-ZA" sz="1050" kern="1200" dirty="0">
                        <a:solidFill>
                          <a:schemeClr val="tx1">
                            <a:lumMod val="75000"/>
                            <a:lumOff val="25000"/>
                          </a:schemeClr>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7728417"/>
                  </a:ext>
                </a:extLst>
              </a:tr>
            </a:tbl>
          </a:graphicData>
        </a:graphic>
      </p:graphicFrame>
      <p:sp>
        <p:nvSpPr>
          <p:cNvPr id="6" name="Slide Number Placeholder 5">
            <a:extLst>
              <a:ext uri="{FF2B5EF4-FFF2-40B4-BE49-F238E27FC236}">
                <a16:creationId xmlns:a16="http://schemas.microsoft.com/office/drawing/2014/main" id="{4B379698-AB4C-493D-BF95-F5781FDF2AC5}"/>
              </a:ext>
            </a:extLst>
          </p:cNvPr>
          <p:cNvSpPr>
            <a:spLocks noGrp="1"/>
          </p:cNvSpPr>
          <p:nvPr>
            <p:ph type="sldNum" sz="quarter" idx="33"/>
          </p:nvPr>
        </p:nvSpPr>
        <p:spPr>
          <a:xfrm>
            <a:off x="11760000" y="6371351"/>
            <a:ext cx="432000" cy="432000"/>
          </a:xfrm>
          <a:solidFill>
            <a:schemeClr val="tx1">
              <a:lumMod val="95000"/>
              <a:lumOff val="5000"/>
            </a:schemeClr>
          </a:solidFill>
        </p:spPr>
        <p:txBody>
          <a:bodyPr/>
          <a:lstStyle/>
          <a:p>
            <a:fld id="{19B51A1E-902D-48AF-9020-955120F399B6}" type="slidenum">
              <a:rPr lang="en-US" smtClean="0"/>
              <a:pPr/>
              <a:t>5</a:t>
            </a:fld>
            <a:endParaRPr lang="en-US" dirty="0"/>
          </a:p>
        </p:txBody>
      </p:sp>
    </p:spTree>
    <p:extLst>
      <p:ext uri="{BB962C8B-B14F-4D97-AF65-F5344CB8AC3E}">
        <p14:creationId xmlns:p14="http://schemas.microsoft.com/office/powerpoint/2010/main" val="2575421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A1281B5-1EB9-1D3B-A6A3-F80992B2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50F65-DAEF-0ACB-867E-38DC0747BB65}"/>
              </a:ext>
            </a:extLst>
          </p:cNvPr>
          <p:cNvSpPr>
            <a:spLocks noGrp="1"/>
          </p:cNvSpPr>
          <p:nvPr>
            <p:ph type="title"/>
          </p:nvPr>
        </p:nvSpPr>
        <p:spPr/>
        <p:txBody>
          <a:bodyPr/>
          <a:lstStyle/>
          <a:p>
            <a:r>
              <a:rPr lang="en-US" dirty="0"/>
              <a:t>Scrum Events</a:t>
            </a:r>
          </a:p>
        </p:txBody>
      </p:sp>
      <p:sp>
        <p:nvSpPr>
          <p:cNvPr id="3" name="Text Placeholder 2">
            <a:extLst>
              <a:ext uri="{FF2B5EF4-FFF2-40B4-BE49-F238E27FC236}">
                <a16:creationId xmlns:a16="http://schemas.microsoft.com/office/drawing/2014/main" id="{4AE9BD64-D0C3-4213-95F6-6763CFF5EAB9}"/>
              </a:ext>
            </a:extLst>
          </p:cNvPr>
          <p:cNvSpPr>
            <a:spLocks noGrp="1"/>
          </p:cNvSpPr>
          <p:nvPr>
            <p:ph type="body" sz="quarter" idx="32"/>
          </p:nvPr>
        </p:nvSpPr>
        <p:spPr/>
        <p:txBody>
          <a:bodyPr/>
          <a:lstStyle/>
          <a:p>
            <a:r>
              <a:rPr lang="en-US" dirty="0"/>
              <a:t>The events that take place during a Scrum-Agile lifecycle can vary based on the team implementing them, but they often are utilized as depicted below. Durations as suggested by Rebel Scrum (Iqbal, 2024).</a:t>
            </a:r>
          </a:p>
        </p:txBody>
      </p:sp>
      <p:graphicFrame>
        <p:nvGraphicFramePr>
          <p:cNvPr id="4" name="Table 3">
            <a:extLst>
              <a:ext uri="{FF2B5EF4-FFF2-40B4-BE49-F238E27FC236}">
                <a16:creationId xmlns:a16="http://schemas.microsoft.com/office/drawing/2014/main" id="{571977E9-5D4A-8E65-17C7-BD1A941CAC69}"/>
              </a:ext>
            </a:extLst>
          </p:cNvPr>
          <p:cNvGraphicFramePr>
            <a:graphicFrameLocks noGrp="1"/>
          </p:cNvGraphicFramePr>
          <p:nvPr>
            <p:extLst>
              <p:ext uri="{D42A27DB-BD31-4B8C-83A1-F6EECF244321}">
                <p14:modId xmlns:p14="http://schemas.microsoft.com/office/powerpoint/2010/main" val="3021315307"/>
              </p:ext>
            </p:extLst>
          </p:nvPr>
        </p:nvGraphicFramePr>
        <p:xfrm>
          <a:off x="426243" y="1512000"/>
          <a:ext cx="11112615" cy="4961304"/>
        </p:xfrm>
        <a:graphic>
          <a:graphicData uri="http://schemas.openxmlformats.org/drawingml/2006/table">
            <a:tbl>
              <a:tblPr firstRow="1" firstCol="1">
                <a:tableStyleId>{5C22544A-7EE6-4342-B048-85BDC9FD1C3A}</a:tableStyleId>
              </a:tblPr>
              <a:tblGrid>
                <a:gridCol w="1698648">
                  <a:extLst>
                    <a:ext uri="{9D8B030D-6E8A-4147-A177-3AD203B41FA5}">
                      <a16:colId xmlns:a16="http://schemas.microsoft.com/office/drawing/2014/main" val="1173992025"/>
                    </a:ext>
                  </a:extLst>
                </a:gridCol>
                <a:gridCol w="1863635">
                  <a:extLst>
                    <a:ext uri="{9D8B030D-6E8A-4147-A177-3AD203B41FA5}">
                      <a16:colId xmlns:a16="http://schemas.microsoft.com/office/drawing/2014/main" val="115202853"/>
                    </a:ext>
                  </a:extLst>
                </a:gridCol>
                <a:gridCol w="1898468">
                  <a:extLst>
                    <a:ext uri="{9D8B030D-6E8A-4147-A177-3AD203B41FA5}">
                      <a16:colId xmlns:a16="http://schemas.microsoft.com/office/drawing/2014/main" val="1010693434"/>
                    </a:ext>
                  </a:extLst>
                </a:gridCol>
                <a:gridCol w="2934789">
                  <a:extLst>
                    <a:ext uri="{9D8B030D-6E8A-4147-A177-3AD203B41FA5}">
                      <a16:colId xmlns:a16="http://schemas.microsoft.com/office/drawing/2014/main" val="608292439"/>
                    </a:ext>
                  </a:extLst>
                </a:gridCol>
                <a:gridCol w="2717075">
                  <a:extLst>
                    <a:ext uri="{9D8B030D-6E8A-4147-A177-3AD203B41FA5}">
                      <a16:colId xmlns:a16="http://schemas.microsoft.com/office/drawing/2014/main" val="1007882540"/>
                    </a:ext>
                  </a:extLst>
                </a:gridCol>
              </a:tblGrid>
              <a:tr h="386469">
                <a:tc>
                  <a:txBody>
                    <a:bodyPr/>
                    <a:lstStyle/>
                    <a:p>
                      <a:pPr algn="ctr"/>
                      <a:r>
                        <a:rPr lang="en-ZA" dirty="0">
                          <a:solidFill>
                            <a:schemeClr val="bg1"/>
                          </a:solidFill>
                        </a:rPr>
                        <a:t>Event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a:r>
                        <a:rPr lang="en-ZA" sz="1600" b="0" dirty="0">
                          <a:solidFill>
                            <a:schemeClr val="bg1"/>
                          </a:solidFill>
                          <a:latin typeface="+mj-lt"/>
                        </a:rPr>
                        <a:t>Frequency</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ZA" sz="1600" b="0" dirty="0">
                          <a:solidFill>
                            <a:schemeClr val="bg1"/>
                          </a:solidFill>
                          <a:latin typeface="+mj-lt"/>
                        </a:rPr>
                        <a:t>Typical 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ZA" sz="1600" b="0" kern="1200" dirty="0">
                          <a:solidFill>
                            <a:schemeClr val="bg1"/>
                          </a:solidFill>
                          <a:latin typeface="+mn-lt"/>
                          <a:ea typeface="+mn-ea"/>
                          <a:cs typeface="+mn-cs"/>
                        </a:rPr>
                        <a:t>Participants</a:t>
                      </a:r>
                      <a:endParaRPr lang="en-ZA" sz="1600" b="0" dirty="0">
                        <a:solidFill>
                          <a:schemeClr val="bg1"/>
                        </a:solidFill>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algn="ctr"/>
                      <a:r>
                        <a:rPr lang="en-ZA" sz="1600" b="0" dirty="0">
                          <a:solidFill>
                            <a:schemeClr val="bg1"/>
                          </a:solidFill>
                          <a:latin typeface="+mj-lt"/>
                        </a:rPr>
                        <a:t>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1007223600"/>
                  </a:ext>
                </a:extLst>
              </a:tr>
              <a:tr h="1158240">
                <a:tc>
                  <a:txBody>
                    <a:bodyPr/>
                    <a:lstStyle/>
                    <a:p>
                      <a:pPr algn="ctr"/>
                      <a:r>
                        <a:rPr lang="en-ZA" sz="1400" b="1" dirty="0">
                          <a:solidFill>
                            <a:schemeClr val="tx1">
                              <a:lumMod val="75000"/>
                              <a:lumOff val="25000"/>
                            </a:schemeClr>
                          </a:solidFill>
                        </a:rPr>
                        <a:t>Sprint Planning</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ZA" sz="1400" dirty="0">
                          <a:solidFill>
                            <a:schemeClr val="tx1">
                              <a:lumMod val="75000"/>
                              <a:lumOff val="25000"/>
                            </a:schemeClr>
                          </a:solidFill>
                        </a:rPr>
                        <a:t>1/Day</a:t>
                      </a: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ZA" sz="1400" dirty="0">
                          <a:solidFill>
                            <a:schemeClr val="tx1">
                              <a:lumMod val="75000"/>
                              <a:lumOff val="25000"/>
                            </a:schemeClr>
                          </a:solidFill>
                        </a:rPr>
                        <a:t>8 hours</a:t>
                      </a:r>
                    </a:p>
                  </a:txBody>
                  <a:tcPr anchor="ctr">
                    <a:lnL w="3175"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buFontTx/>
                        <a:buChar char="-"/>
                      </a:pPr>
                      <a:r>
                        <a:rPr lang="en-ZA" sz="1400" dirty="0">
                          <a:solidFill>
                            <a:schemeClr val="tx1">
                              <a:lumMod val="75000"/>
                              <a:lumOff val="25000"/>
                            </a:schemeClr>
                          </a:solidFill>
                        </a:rPr>
                        <a:t>Product Owner</a:t>
                      </a:r>
                    </a:p>
                    <a:p>
                      <a:pPr marL="285750" indent="-285750" algn="l">
                        <a:buFontTx/>
                        <a:buChar char="-"/>
                      </a:pPr>
                      <a:r>
                        <a:rPr lang="en-ZA" sz="1400" dirty="0">
                          <a:solidFill>
                            <a:schemeClr val="tx1">
                              <a:lumMod val="75000"/>
                              <a:lumOff val="25000"/>
                            </a:schemeClr>
                          </a:solidFill>
                        </a:rPr>
                        <a:t>Scrum Master</a:t>
                      </a:r>
                    </a:p>
                    <a:p>
                      <a:pPr marL="285750" indent="-285750" algn="l">
                        <a:buFontTx/>
                        <a:buChar char="-"/>
                      </a:pPr>
                      <a:r>
                        <a:rPr lang="en-ZA" sz="1400" dirty="0">
                          <a:solidFill>
                            <a:schemeClr val="tx1">
                              <a:lumMod val="75000"/>
                              <a:lumOff val="25000"/>
                            </a:schemeClr>
                          </a:solidFill>
                        </a:rPr>
                        <a:t>Developers/Testers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ZA" sz="1200" dirty="0">
                          <a:solidFill>
                            <a:schemeClr val="tx1">
                              <a:lumMod val="75000"/>
                              <a:lumOff val="25000"/>
                            </a:schemeClr>
                          </a:solidFill>
                        </a:rPr>
                        <a:t>To determine the goals and the processes by which to complete each assigned user story resulting in an iteration of the solution</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3495943"/>
                  </a:ext>
                </a:extLst>
              </a:tr>
              <a:tr h="798630">
                <a:tc>
                  <a:txBody>
                    <a:bodyPr/>
                    <a:lstStyle/>
                    <a:p>
                      <a:pPr algn="ctr"/>
                      <a:r>
                        <a:rPr lang="en-ZA" sz="1400" b="1" dirty="0">
                          <a:solidFill>
                            <a:schemeClr val="tx1">
                              <a:lumMod val="75000"/>
                              <a:lumOff val="25000"/>
                            </a:schemeClr>
                          </a:solidFill>
                        </a:rPr>
                        <a:t>Daily Scrum</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ZA" sz="1400" dirty="0">
                          <a:solidFill>
                            <a:schemeClr val="tx1">
                              <a:lumMod val="75000"/>
                              <a:lumOff val="25000"/>
                            </a:schemeClr>
                          </a:solidFill>
                        </a:rPr>
                        <a:t>1/Sprint</a:t>
                      </a: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ZA" sz="1400" dirty="0">
                          <a:solidFill>
                            <a:schemeClr val="tx1">
                              <a:lumMod val="75000"/>
                              <a:lumOff val="25000"/>
                            </a:schemeClr>
                          </a:solidFill>
                        </a:rPr>
                        <a:t>15 min</a:t>
                      </a:r>
                    </a:p>
                  </a:txBody>
                  <a:tcPr anchor="ctr">
                    <a:lnL w="3175"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buFontTx/>
                        <a:buChar char="-"/>
                      </a:pPr>
                      <a:r>
                        <a:rPr lang="en-ZA" sz="1400" dirty="0">
                          <a:solidFill>
                            <a:schemeClr val="tx1">
                              <a:lumMod val="75000"/>
                              <a:lumOff val="25000"/>
                            </a:schemeClr>
                          </a:solidFill>
                        </a:rPr>
                        <a:t>Scrum Master</a:t>
                      </a:r>
                    </a:p>
                    <a:p>
                      <a:pPr marL="285750" indent="-285750" algn="l">
                        <a:buFontTx/>
                        <a:buChar char="-"/>
                      </a:pPr>
                      <a:r>
                        <a:rPr lang="en-ZA" sz="1400" dirty="0">
                          <a:solidFill>
                            <a:schemeClr val="tx1">
                              <a:lumMod val="75000"/>
                              <a:lumOff val="25000"/>
                            </a:schemeClr>
                          </a:solidFill>
                        </a:rPr>
                        <a:t>Developers/Testers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ZA" sz="1200" dirty="0">
                          <a:solidFill>
                            <a:schemeClr val="tx1">
                              <a:lumMod val="75000"/>
                              <a:lumOff val="25000"/>
                            </a:schemeClr>
                          </a:solidFill>
                        </a:rPr>
                        <a:t>To discuss progress, roadblocks, and enhance the chance for collaboration</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2132828"/>
                  </a:ext>
                </a:extLst>
              </a:tr>
              <a:tr h="784074">
                <a:tc>
                  <a:txBody>
                    <a:bodyPr/>
                    <a:lstStyle/>
                    <a:p>
                      <a:pPr algn="ctr"/>
                      <a:r>
                        <a:rPr lang="en-ZA" sz="1400" b="1" dirty="0">
                          <a:solidFill>
                            <a:schemeClr val="tx1">
                              <a:lumMod val="75000"/>
                              <a:lumOff val="25000"/>
                            </a:schemeClr>
                          </a:solidFill>
                        </a:rPr>
                        <a:t>Sprint Retrospective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ZA" sz="1400" dirty="0">
                          <a:solidFill>
                            <a:schemeClr val="tx1">
                              <a:lumMod val="75000"/>
                              <a:lumOff val="25000"/>
                            </a:schemeClr>
                          </a:solidFill>
                        </a:rPr>
                        <a:t>1/Sprint</a:t>
                      </a: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ZA" sz="1400" dirty="0">
                          <a:solidFill>
                            <a:schemeClr val="tx1">
                              <a:lumMod val="75000"/>
                              <a:lumOff val="25000"/>
                            </a:schemeClr>
                          </a:solidFill>
                        </a:rPr>
                        <a:t>3 hours</a:t>
                      </a:r>
                    </a:p>
                  </a:txBody>
                  <a:tcPr anchor="ctr">
                    <a:lnL w="3175"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buFontTx/>
                        <a:buChar char="-"/>
                      </a:pPr>
                      <a:r>
                        <a:rPr lang="en-ZA" sz="1400" dirty="0">
                          <a:solidFill>
                            <a:schemeClr val="tx1">
                              <a:lumMod val="75000"/>
                              <a:lumOff val="25000"/>
                            </a:schemeClr>
                          </a:solidFill>
                        </a:rPr>
                        <a:t>Product Owner</a:t>
                      </a:r>
                    </a:p>
                    <a:p>
                      <a:pPr marL="285750" indent="-285750" algn="l">
                        <a:buFontTx/>
                        <a:buChar char="-"/>
                      </a:pPr>
                      <a:r>
                        <a:rPr lang="en-ZA" sz="1400" dirty="0">
                          <a:solidFill>
                            <a:schemeClr val="tx1">
                              <a:lumMod val="75000"/>
                              <a:lumOff val="25000"/>
                            </a:schemeClr>
                          </a:solidFill>
                        </a:rPr>
                        <a:t>Scrum Master</a:t>
                      </a:r>
                    </a:p>
                    <a:p>
                      <a:pPr marL="285750" indent="-285750" algn="l">
                        <a:buFontTx/>
                        <a:buChar char="-"/>
                      </a:pPr>
                      <a:r>
                        <a:rPr lang="en-ZA" sz="1400" dirty="0">
                          <a:solidFill>
                            <a:schemeClr val="tx1">
                              <a:lumMod val="75000"/>
                              <a:lumOff val="25000"/>
                            </a:schemeClr>
                          </a:solidFill>
                        </a:rPr>
                        <a:t>Developers/Testers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To review what could be improved for future Sprints and how they should do it. (Kneafsey, n.d.)</a:t>
                      </a:r>
                      <a:endParaRPr lang="en-ZA" sz="1200" kern="1200" dirty="0">
                        <a:solidFill>
                          <a:schemeClr val="tx1">
                            <a:lumMod val="75000"/>
                            <a:lumOff val="25000"/>
                          </a:schemeClr>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4300830"/>
                  </a:ext>
                </a:extLst>
              </a:tr>
              <a:tr h="798630">
                <a:tc>
                  <a:txBody>
                    <a:bodyPr/>
                    <a:lstStyle/>
                    <a:p>
                      <a:pPr algn="ctr"/>
                      <a:r>
                        <a:rPr lang="en-ZA" sz="1400" b="1" dirty="0">
                          <a:solidFill>
                            <a:schemeClr val="tx1">
                              <a:lumMod val="75000"/>
                              <a:lumOff val="25000"/>
                            </a:schemeClr>
                          </a:solidFill>
                        </a:rPr>
                        <a:t>Sprint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ZA" sz="1400" dirty="0">
                          <a:solidFill>
                            <a:schemeClr val="tx1">
                              <a:lumMod val="75000"/>
                              <a:lumOff val="25000"/>
                            </a:schemeClr>
                          </a:solidFill>
                        </a:rPr>
                        <a:t>1/Sprint</a:t>
                      </a: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ZA" sz="1400" dirty="0">
                          <a:solidFill>
                            <a:schemeClr val="tx1">
                              <a:lumMod val="75000"/>
                              <a:lumOff val="25000"/>
                            </a:schemeClr>
                          </a:solidFill>
                        </a:rPr>
                        <a:t>1-4 weeks</a:t>
                      </a:r>
                    </a:p>
                  </a:txBody>
                  <a:tcPr anchor="ctr">
                    <a:lnL w="3175"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buFontTx/>
                        <a:buChar char="-"/>
                      </a:pPr>
                      <a:r>
                        <a:rPr lang="en-ZA" sz="1400" dirty="0">
                          <a:solidFill>
                            <a:schemeClr val="tx1">
                              <a:lumMod val="75000"/>
                              <a:lumOff val="25000"/>
                            </a:schemeClr>
                          </a:solidFill>
                        </a:rPr>
                        <a:t>Product Owner</a:t>
                      </a:r>
                    </a:p>
                    <a:p>
                      <a:pPr marL="285750" indent="-285750" algn="l">
                        <a:buFontTx/>
                        <a:buChar char="-"/>
                      </a:pPr>
                      <a:r>
                        <a:rPr lang="en-ZA" sz="1400" dirty="0">
                          <a:solidFill>
                            <a:schemeClr val="tx1">
                              <a:lumMod val="75000"/>
                              <a:lumOff val="25000"/>
                            </a:schemeClr>
                          </a:solidFill>
                        </a:rPr>
                        <a:t>Scrum Master</a:t>
                      </a:r>
                    </a:p>
                    <a:p>
                      <a:pPr marL="285750" indent="-285750" algn="l">
                        <a:buFontTx/>
                        <a:buChar char="-"/>
                      </a:pPr>
                      <a:r>
                        <a:rPr lang="en-ZA" sz="1400" dirty="0">
                          <a:solidFill>
                            <a:schemeClr val="tx1">
                              <a:lumMod val="75000"/>
                              <a:lumOff val="25000"/>
                            </a:schemeClr>
                          </a:solidFill>
                        </a:rPr>
                        <a:t>Developers/Testers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ZA" sz="1200" dirty="0">
                          <a:solidFill>
                            <a:schemeClr val="tx1">
                              <a:lumMod val="75000"/>
                              <a:lumOff val="25000"/>
                            </a:schemeClr>
                          </a:solidFill>
                        </a:rPr>
                        <a:t>To complete all tasks in a collaborative effort resulting in a functional iteration of the product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7728417"/>
                  </a:ext>
                </a:extLst>
              </a:tr>
              <a:tr h="1035261">
                <a:tc>
                  <a:txBody>
                    <a:bodyPr/>
                    <a:lstStyle/>
                    <a:p>
                      <a:pPr algn="ctr"/>
                      <a:r>
                        <a:rPr lang="en-ZA" sz="1400" b="1" dirty="0">
                          <a:solidFill>
                            <a:schemeClr val="tx1">
                              <a:lumMod val="75000"/>
                              <a:lumOff val="25000"/>
                            </a:schemeClr>
                          </a:solidFill>
                        </a:rPr>
                        <a:t>Sprint Review</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400" dirty="0">
                          <a:solidFill>
                            <a:schemeClr val="tx1">
                              <a:lumMod val="75000"/>
                              <a:lumOff val="25000"/>
                            </a:schemeClr>
                          </a:solidFill>
                        </a:rPr>
                        <a:t>1/Sprint</a:t>
                      </a:r>
                    </a:p>
                  </a:txBody>
                  <a:tcPr anchor="ctr">
                    <a:lnL w="12700" cap="flat" cmpd="sng" algn="ctr">
                      <a:solidFill>
                        <a:schemeClr val="bg1">
                          <a:lumMod val="8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ZA" sz="1400" dirty="0">
                          <a:solidFill>
                            <a:schemeClr val="tx1">
                              <a:lumMod val="75000"/>
                              <a:lumOff val="25000"/>
                            </a:schemeClr>
                          </a:solidFill>
                        </a:rPr>
                        <a:t>4 hours</a:t>
                      </a:r>
                    </a:p>
                  </a:txBody>
                  <a:tcPr anchor="ctr">
                    <a:lnL w="3175"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a:buFontTx/>
                        <a:buChar char="-"/>
                      </a:pPr>
                      <a:r>
                        <a:rPr lang="en-ZA" sz="1400" dirty="0">
                          <a:solidFill>
                            <a:schemeClr val="tx1">
                              <a:lumMod val="75000"/>
                              <a:lumOff val="25000"/>
                            </a:schemeClr>
                          </a:solidFill>
                        </a:rPr>
                        <a:t>Product Owner</a:t>
                      </a:r>
                    </a:p>
                    <a:p>
                      <a:pPr marL="285750" indent="-285750" algn="l">
                        <a:buFontTx/>
                        <a:buChar char="-"/>
                      </a:pPr>
                      <a:r>
                        <a:rPr lang="en-ZA" sz="1400" dirty="0">
                          <a:solidFill>
                            <a:schemeClr val="tx1">
                              <a:lumMod val="75000"/>
                              <a:lumOff val="25000"/>
                            </a:schemeClr>
                          </a:solidFill>
                        </a:rPr>
                        <a:t>Scrum Master</a:t>
                      </a:r>
                    </a:p>
                    <a:p>
                      <a:pPr marL="285750" indent="-285750" algn="l">
                        <a:buFontTx/>
                        <a:buChar char="-"/>
                      </a:pPr>
                      <a:r>
                        <a:rPr lang="en-ZA" sz="1400" dirty="0">
                          <a:solidFill>
                            <a:schemeClr val="tx1">
                              <a:lumMod val="75000"/>
                              <a:lumOff val="25000"/>
                            </a:schemeClr>
                          </a:solidFill>
                        </a:rPr>
                        <a:t>Developers/Testers</a:t>
                      </a:r>
                    </a:p>
                    <a:p>
                      <a:pPr marL="285750" indent="-285750" algn="l">
                        <a:buFontTx/>
                        <a:buChar char="-"/>
                      </a:pPr>
                      <a:r>
                        <a:rPr lang="en-ZA" sz="1400" dirty="0">
                          <a:solidFill>
                            <a:schemeClr val="tx1">
                              <a:lumMod val="75000"/>
                              <a:lumOff val="25000"/>
                            </a:schemeClr>
                          </a:solidFill>
                        </a:rPr>
                        <a:t>Stakeholders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ZA" sz="1200" dirty="0">
                          <a:solidFill>
                            <a:schemeClr val="tx1">
                              <a:lumMod val="75000"/>
                              <a:lumOff val="25000"/>
                            </a:schemeClr>
                          </a:solidFill>
                        </a:rPr>
                        <a:t>To review the completed iteration and gather feedback and actionable changes or enhancements that will be added to the product backlog</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7078208"/>
                  </a:ext>
                </a:extLst>
              </a:tr>
            </a:tbl>
          </a:graphicData>
        </a:graphic>
      </p:graphicFrame>
      <p:sp>
        <p:nvSpPr>
          <p:cNvPr id="6" name="Slide Number Placeholder 5">
            <a:extLst>
              <a:ext uri="{FF2B5EF4-FFF2-40B4-BE49-F238E27FC236}">
                <a16:creationId xmlns:a16="http://schemas.microsoft.com/office/drawing/2014/main" id="{CC316E2C-AAFB-CB3B-66E6-78489F69418B}"/>
              </a:ext>
            </a:extLst>
          </p:cNvPr>
          <p:cNvSpPr>
            <a:spLocks noGrp="1"/>
          </p:cNvSpPr>
          <p:nvPr>
            <p:ph type="sldNum" sz="quarter" idx="33"/>
          </p:nvPr>
        </p:nvSpPr>
        <p:spPr>
          <a:xfrm>
            <a:off x="11760000" y="6371351"/>
            <a:ext cx="432000" cy="432000"/>
          </a:xfrm>
          <a:solidFill>
            <a:schemeClr val="tx1">
              <a:lumMod val="95000"/>
              <a:lumOff val="5000"/>
            </a:schemeClr>
          </a:solidFill>
        </p:spPr>
        <p:txBody>
          <a:bodyPr/>
          <a:lstStyle/>
          <a:p>
            <a:fld id="{19B51A1E-902D-48AF-9020-955120F399B6}" type="slidenum">
              <a:rPr lang="en-US" smtClean="0"/>
              <a:pPr/>
              <a:t>6</a:t>
            </a:fld>
            <a:endParaRPr lang="en-US" dirty="0"/>
          </a:p>
        </p:txBody>
      </p:sp>
      <p:sp>
        <p:nvSpPr>
          <p:cNvPr id="5" name="Text Placeholder 2">
            <a:extLst>
              <a:ext uri="{FF2B5EF4-FFF2-40B4-BE49-F238E27FC236}">
                <a16:creationId xmlns:a16="http://schemas.microsoft.com/office/drawing/2014/main" id="{8C09B9A6-BBA0-C94C-252B-08CAFCA44FFE}"/>
              </a:ext>
            </a:extLst>
          </p:cNvPr>
          <p:cNvSpPr txBox="1">
            <a:spLocks/>
          </p:cNvSpPr>
          <p:nvPr/>
        </p:nvSpPr>
        <p:spPr>
          <a:xfrm>
            <a:off x="426243" y="6623351"/>
            <a:ext cx="11420348" cy="36000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lumMod val="75000"/>
                    <a:lumOff val="25000"/>
                  </a:schemeClr>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dirty="0"/>
              <a:t>Table 2</a:t>
            </a:r>
          </a:p>
        </p:txBody>
      </p:sp>
    </p:spTree>
    <p:extLst>
      <p:ext uri="{BB962C8B-B14F-4D97-AF65-F5344CB8AC3E}">
        <p14:creationId xmlns:p14="http://schemas.microsoft.com/office/powerpoint/2010/main" val="1289630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5480BC1-087C-8D75-8479-D6C1BC3C0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1445A4-5B0D-FBBD-45F9-C1F2D462F04B}"/>
              </a:ext>
            </a:extLst>
          </p:cNvPr>
          <p:cNvSpPr>
            <a:spLocks noGrp="1"/>
          </p:cNvSpPr>
          <p:nvPr>
            <p:ph type="title"/>
          </p:nvPr>
        </p:nvSpPr>
        <p:spPr/>
        <p:txBody>
          <a:bodyPr/>
          <a:lstStyle/>
          <a:p>
            <a:r>
              <a:rPr lang="en-US" dirty="0"/>
              <a:t>Scrum Artifacts</a:t>
            </a:r>
          </a:p>
        </p:txBody>
      </p:sp>
      <p:sp>
        <p:nvSpPr>
          <p:cNvPr id="3" name="Text Placeholder 2">
            <a:extLst>
              <a:ext uri="{FF2B5EF4-FFF2-40B4-BE49-F238E27FC236}">
                <a16:creationId xmlns:a16="http://schemas.microsoft.com/office/drawing/2014/main" id="{D29E5806-1D93-E105-C7D7-60F87CBA979D}"/>
              </a:ext>
            </a:extLst>
          </p:cNvPr>
          <p:cNvSpPr>
            <a:spLocks noGrp="1"/>
          </p:cNvSpPr>
          <p:nvPr>
            <p:ph type="body" sz="quarter" idx="32"/>
          </p:nvPr>
        </p:nvSpPr>
        <p:spPr/>
        <p:txBody>
          <a:bodyPr/>
          <a:lstStyle/>
          <a:p>
            <a:r>
              <a:rPr lang="en-US" dirty="0"/>
              <a:t>The objects produced by Scrum-Agile can be divided into three distinct </a:t>
            </a:r>
            <a:r>
              <a:rPr lang="en-US" dirty="0" err="1"/>
              <a:t>Aritfacts</a:t>
            </a:r>
            <a:r>
              <a:rPr lang="en-US" dirty="0"/>
              <a:t>.</a:t>
            </a:r>
          </a:p>
        </p:txBody>
      </p:sp>
      <p:graphicFrame>
        <p:nvGraphicFramePr>
          <p:cNvPr id="4" name="Table 3">
            <a:extLst>
              <a:ext uri="{FF2B5EF4-FFF2-40B4-BE49-F238E27FC236}">
                <a16:creationId xmlns:a16="http://schemas.microsoft.com/office/drawing/2014/main" id="{FD1068EE-2C9A-B25B-A4F8-B36C5743E870}"/>
              </a:ext>
            </a:extLst>
          </p:cNvPr>
          <p:cNvGraphicFramePr>
            <a:graphicFrameLocks noGrp="1"/>
          </p:cNvGraphicFramePr>
          <p:nvPr>
            <p:extLst>
              <p:ext uri="{D42A27DB-BD31-4B8C-83A1-F6EECF244321}">
                <p14:modId xmlns:p14="http://schemas.microsoft.com/office/powerpoint/2010/main" val="568429014"/>
              </p:ext>
            </p:extLst>
          </p:nvPr>
        </p:nvGraphicFramePr>
        <p:xfrm>
          <a:off x="2046175" y="1512000"/>
          <a:ext cx="8630534" cy="2894693"/>
        </p:xfrm>
        <a:graphic>
          <a:graphicData uri="http://schemas.openxmlformats.org/drawingml/2006/table">
            <a:tbl>
              <a:tblPr firstRow="1" firstCol="1">
                <a:tableStyleId>{5C22544A-7EE6-4342-B048-85BDC9FD1C3A}</a:tableStyleId>
              </a:tblPr>
              <a:tblGrid>
                <a:gridCol w="2508408">
                  <a:extLst>
                    <a:ext uri="{9D8B030D-6E8A-4147-A177-3AD203B41FA5}">
                      <a16:colId xmlns:a16="http://schemas.microsoft.com/office/drawing/2014/main" val="1173992025"/>
                    </a:ext>
                  </a:extLst>
                </a:gridCol>
                <a:gridCol w="6122126">
                  <a:extLst>
                    <a:ext uri="{9D8B030D-6E8A-4147-A177-3AD203B41FA5}">
                      <a16:colId xmlns:a16="http://schemas.microsoft.com/office/drawing/2014/main" val="1007882540"/>
                    </a:ext>
                  </a:extLst>
                </a:gridCol>
              </a:tblGrid>
              <a:tr h="617885">
                <a:tc>
                  <a:txBody>
                    <a:bodyPr/>
                    <a:lstStyle/>
                    <a:p>
                      <a:pPr algn="ctr"/>
                      <a:r>
                        <a:rPr lang="en-ZA" dirty="0">
                          <a:solidFill>
                            <a:schemeClr val="bg1"/>
                          </a:solidFill>
                        </a:rPr>
                        <a:t>Artifact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85000"/>
                        <a:lumOff val="15000"/>
                      </a:schemeClr>
                    </a:solidFill>
                  </a:tcPr>
                </a:tc>
                <a:tc>
                  <a:txBody>
                    <a:bodyPr/>
                    <a:lstStyle/>
                    <a:p>
                      <a:pPr algn="ctr"/>
                      <a:r>
                        <a:rPr lang="en-ZA" sz="1600" b="0" dirty="0">
                          <a:solidFill>
                            <a:schemeClr val="bg1"/>
                          </a:solidFill>
                          <a:latin typeface="+mj-lt"/>
                        </a:rPr>
                        <a:t>Description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extLst>
                  <a:ext uri="{0D108BD9-81ED-4DB2-BD59-A6C34878D82A}">
                    <a16:rowId xmlns:a16="http://schemas.microsoft.com/office/drawing/2014/main" val="1007223600"/>
                  </a:ext>
                </a:extLst>
              </a:tr>
              <a:tr h="726924">
                <a:tc>
                  <a:txBody>
                    <a:bodyPr/>
                    <a:lstStyle/>
                    <a:p>
                      <a:pPr algn="ctr"/>
                      <a:r>
                        <a:rPr lang="en-ZA" sz="1600" b="1" dirty="0">
                          <a:solidFill>
                            <a:schemeClr val="tx1">
                              <a:lumMod val="75000"/>
                              <a:lumOff val="25000"/>
                            </a:schemeClr>
                          </a:solidFill>
                        </a:rPr>
                        <a:t>Product Backlog</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ZA" sz="1600" dirty="0">
                          <a:solidFill>
                            <a:schemeClr val="tx1">
                              <a:lumMod val="75000"/>
                              <a:lumOff val="25000"/>
                            </a:schemeClr>
                          </a:solidFill>
                        </a:rPr>
                        <a:t>An indexed and prioritized list of functions and features that is organized by value-added and the team’s ability to construct and implement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3495943"/>
                  </a:ext>
                </a:extLst>
              </a:tr>
              <a:tr h="726924">
                <a:tc>
                  <a:txBody>
                    <a:bodyPr/>
                    <a:lstStyle/>
                    <a:p>
                      <a:pPr algn="ctr"/>
                      <a:r>
                        <a:rPr lang="en-ZA" sz="1600" b="1" dirty="0">
                          <a:solidFill>
                            <a:schemeClr val="tx1">
                              <a:lumMod val="75000"/>
                              <a:lumOff val="25000"/>
                            </a:schemeClr>
                          </a:solidFill>
                        </a:rPr>
                        <a:t>Sprint Backlog</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ZA" sz="1600" dirty="0">
                          <a:solidFill>
                            <a:schemeClr val="tx1">
                              <a:lumMod val="75000"/>
                              <a:lumOff val="25000"/>
                            </a:schemeClr>
                          </a:solidFill>
                        </a:rPr>
                        <a:t>Items assigned to a specific Scrum Team’s Sprint that, when completed, will result in a functional iteration being produced.</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2132828"/>
                  </a:ext>
                </a:extLst>
              </a:tr>
              <a:tr h="726924">
                <a:tc>
                  <a:txBody>
                    <a:bodyPr/>
                    <a:lstStyle/>
                    <a:p>
                      <a:pPr algn="ctr"/>
                      <a:r>
                        <a:rPr lang="en-ZA" sz="1600" b="1" dirty="0">
                          <a:solidFill>
                            <a:schemeClr val="tx1">
                              <a:lumMod val="75000"/>
                              <a:lumOff val="25000"/>
                            </a:schemeClr>
                          </a:solidFill>
                        </a:rPr>
                        <a:t>Increment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ZA" sz="1600" dirty="0">
                          <a:solidFill>
                            <a:schemeClr val="tx1">
                              <a:lumMod val="75000"/>
                              <a:lumOff val="25000"/>
                            </a:schemeClr>
                          </a:solidFill>
                        </a:rPr>
                        <a:t>The culmination of a completed Sprint that, ideally, is functional and ready to receive feedback and begin adding value.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4300830"/>
                  </a:ext>
                </a:extLst>
              </a:tr>
            </a:tbl>
          </a:graphicData>
        </a:graphic>
      </p:graphicFrame>
      <p:sp>
        <p:nvSpPr>
          <p:cNvPr id="6" name="Slide Number Placeholder 5">
            <a:extLst>
              <a:ext uri="{FF2B5EF4-FFF2-40B4-BE49-F238E27FC236}">
                <a16:creationId xmlns:a16="http://schemas.microsoft.com/office/drawing/2014/main" id="{020DC3D7-7F7D-7F70-4D69-CAFDDDF5DC30}"/>
              </a:ext>
            </a:extLst>
          </p:cNvPr>
          <p:cNvSpPr>
            <a:spLocks noGrp="1"/>
          </p:cNvSpPr>
          <p:nvPr>
            <p:ph type="sldNum" sz="quarter" idx="33"/>
          </p:nvPr>
        </p:nvSpPr>
        <p:spPr>
          <a:xfrm>
            <a:off x="11760000" y="6371351"/>
            <a:ext cx="432000" cy="432000"/>
          </a:xfrm>
          <a:solidFill>
            <a:schemeClr val="tx1">
              <a:lumMod val="95000"/>
              <a:lumOff val="5000"/>
            </a:schemeClr>
          </a:solidFill>
        </p:spPr>
        <p:txBody>
          <a:bodyPr/>
          <a:lstStyle/>
          <a:p>
            <a:fld id="{19B51A1E-902D-48AF-9020-955120F399B6}" type="slidenum">
              <a:rPr lang="en-US" smtClean="0"/>
              <a:pPr/>
              <a:t>7</a:t>
            </a:fld>
            <a:endParaRPr lang="en-US" dirty="0"/>
          </a:p>
        </p:txBody>
      </p:sp>
      <p:sp>
        <p:nvSpPr>
          <p:cNvPr id="5" name="Text Placeholder 2">
            <a:extLst>
              <a:ext uri="{FF2B5EF4-FFF2-40B4-BE49-F238E27FC236}">
                <a16:creationId xmlns:a16="http://schemas.microsoft.com/office/drawing/2014/main" id="{56B52689-612C-46CB-D5FC-850A5AE6B7E3}"/>
              </a:ext>
            </a:extLst>
          </p:cNvPr>
          <p:cNvSpPr txBox="1">
            <a:spLocks/>
          </p:cNvSpPr>
          <p:nvPr/>
        </p:nvSpPr>
        <p:spPr>
          <a:xfrm>
            <a:off x="431800" y="4550693"/>
            <a:ext cx="11420348" cy="36000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lumMod val="75000"/>
                    <a:lumOff val="25000"/>
                  </a:schemeClr>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dirty="0"/>
              <a:t>Table 3</a:t>
            </a:r>
          </a:p>
        </p:txBody>
      </p:sp>
    </p:spTree>
    <p:extLst>
      <p:ext uri="{BB962C8B-B14F-4D97-AF65-F5344CB8AC3E}">
        <p14:creationId xmlns:p14="http://schemas.microsoft.com/office/powerpoint/2010/main" val="3548271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4E83-A4F0-49C5-BB01-F5773509A2B3}"/>
              </a:ext>
            </a:extLst>
          </p:cNvPr>
          <p:cNvSpPr>
            <a:spLocks noGrp="1"/>
          </p:cNvSpPr>
          <p:nvPr>
            <p:ph type="title"/>
          </p:nvPr>
        </p:nvSpPr>
        <p:spPr/>
        <p:txBody>
          <a:bodyPr/>
          <a:lstStyle/>
          <a:p>
            <a:r>
              <a:rPr lang="en-US" dirty="0"/>
              <a:t>Comparison</a:t>
            </a:r>
          </a:p>
        </p:txBody>
      </p:sp>
      <p:sp>
        <p:nvSpPr>
          <p:cNvPr id="3" name="Text Placeholder 2">
            <a:extLst>
              <a:ext uri="{FF2B5EF4-FFF2-40B4-BE49-F238E27FC236}">
                <a16:creationId xmlns:a16="http://schemas.microsoft.com/office/drawing/2014/main" id="{7CA42D59-EAD6-4F95-84F1-32A30F057856}"/>
              </a:ext>
            </a:extLst>
          </p:cNvPr>
          <p:cNvSpPr>
            <a:spLocks noGrp="1"/>
          </p:cNvSpPr>
          <p:nvPr>
            <p:ph type="body" sz="quarter" idx="32"/>
          </p:nvPr>
        </p:nvSpPr>
        <p:spPr/>
        <p:txBody>
          <a:bodyPr/>
          <a:lstStyle/>
          <a:p>
            <a:r>
              <a:rPr lang="en-US" dirty="0"/>
              <a:t>Since its initial inception into the world of software development, Scrum-Agile has sought to fill the gaps manifested by the older standard of the Waterfall method.</a:t>
            </a:r>
          </a:p>
        </p:txBody>
      </p:sp>
      <p:sp>
        <p:nvSpPr>
          <p:cNvPr id="12" name="Rectangle 11">
            <a:extLst>
              <a:ext uri="{FF2B5EF4-FFF2-40B4-BE49-F238E27FC236}">
                <a16:creationId xmlns:a16="http://schemas.microsoft.com/office/drawing/2014/main" id="{7F65E93D-09FF-42EE-B9DD-750638966686}"/>
              </a:ext>
              <a:ext uri="{C183D7F6-B498-43B3-948B-1728B52AA6E4}">
                <adec:decorative xmlns:adec="http://schemas.microsoft.com/office/drawing/2017/decorative" val="1"/>
              </a:ext>
            </a:extLst>
          </p:cNvPr>
          <p:cNvSpPr/>
          <p:nvPr/>
        </p:nvSpPr>
        <p:spPr>
          <a:xfrm>
            <a:off x="431800" y="2100317"/>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4" name="Text Placeholder 3">
            <a:extLst>
              <a:ext uri="{FF2B5EF4-FFF2-40B4-BE49-F238E27FC236}">
                <a16:creationId xmlns:a16="http://schemas.microsoft.com/office/drawing/2014/main" id="{6AB259A0-0017-492F-A0DC-4B70C7052AE0}"/>
              </a:ext>
            </a:extLst>
          </p:cNvPr>
          <p:cNvSpPr>
            <a:spLocks noGrp="1"/>
          </p:cNvSpPr>
          <p:nvPr>
            <p:ph type="body" idx="1"/>
          </p:nvPr>
        </p:nvSpPr>
        <p:spPr>
          <a:xfrm>
            <a:off x="432000" y="2442934"/>
            <a:ext cx="5472000" cy="360000"/>
          </a:xfrm>
        </p:spPr>
        <p:txBody>
          <a:bodyPr/>
          <a:lstStyle/>
          <a:p>
            <a:r>
              <a:rPr lang="en-US" dirty="0"/>
              <a:t>Waterfall</a:t>
            </a:r>
          </a:p>
        </p:txBody>
      </p:sp>
      <p:sp>
        <p:nvSpPr>
          <p:cNvPr id="5" name="Content Placeholder 4">
            <a:extLst>
              <a:ext uri="{FF2B5EF4-FFF2-40B4-BE49-F238E27FC236}">
                <a16:creationId xmlns:a16="http://schemas.microsoft.com/office/drawing/2014/main" id="{CEEB3BAE-C0B2-447C-B8BE-96C6BD84D658}"/>
              </a:ext>
            </a:extLst>
          </p:cNvPr>
          <p:cNvSpPr>
            <a:spLocks noGrp="1"/>
          </p:cNvSpPr>
          <p:nvPr>
            <p:ph sz="half" idx="2"/>
          </p:nvPr>
        </p:nvSpPr>
        <p:spPr>
          <a:xfrm>
            <a:off x="432000" y="2950768"/>
            <a:ext cx="5472000" cy="2194694"/>
          </a:xfrm>
        </p:spPr>
        <p:txBody>
          <a:bodyPr/>
          <a:lstStyle/>
          <a:p>
            <a:r>
              <a:rPr lang="en-US" dirty="0"/>
              <a:t>Once design is set, the product continues down the production line (similar to that of an assembly line)</a:t>
            </a:r>
          </a:p>
          <a:p>
            <a:r>
              <a:rPr lang="en-US" dirty="0"/>
              <a:t>More rigid and pivots/alterations are more costly if changed mid-project</a:t>
            </a:r>
          </a:p>
          <a:p>
            <a:r>
              <a:rPr lang="en-US" dirty="0"/>
              <a:t>Siloed production limiting collaboration on a routine basis</a:t>
            </a:r>
          </a:p>
        </p:txBody>
      </p:sp>
      <p:cxnSp>
        <p:nvCxnSpPr>
          <p:cNvPr id="11" name="Straight Connector 10">
            <a:extLst>
              <a:ext uri="{FF2B5EF4-FFF2-40B4-BE49-F238E27FC236}">
                <a16:creationId xmlns:a16="http://schemas.microsoft.com/office/drawing/2014/main" id="{5A563457-1EC8-4978-BCCB-AFD88C9ED04C}"/>
              </a:ext>
              <a:ext uri="{C183D7F6-B498-43B3-948B-1728B52AA6E4}">
                <adec:decorative xmlns:adec="http://schemas.microsoft.com/office/drawing/2017/decorative" val="1"/>
              </a:ext>
            </a:extLst>
          </p:cNvPr>
          <p:cNvCxnSpPr/>
          <p:nvPr/>
        </p:nvCxnSpPr>
        <p:spPr>
          <a:xfrm>
            <a:off x="6096000" y="2363035"/>
            <a:ext cx="0" cy="241133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A7CD04AE-9A8B-4DED-855D-F51B510D0B69}"/>
              </a:ext>
              <a:ext uri="{C183D7F6-B498-43B3-948B-1728B52AA6E4}">
                <adec:decorative xmlns:adec="http://schemas.microsoft.com/office/drawing/2017/decorative" val="1"/>
              </a:ext>
            </a:extLst>
          </p:cNvPr>
          <p:cNvSpPr/>
          <p:nvPr/>
        </p:nvSpPr>
        <p:spPr>
          <a:xfrm>
            <a:off x="6299887" y="2100317"/>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6" name="Text Placeholder 5">
            <a:extLst>
              <a:ext uri="{FF2B5EF4-FFF2-40B4-BE49-F238E27FC236}">
                <a16:creationId xmlns:a16="http://schemas.microsoft.com/office/drawing/2014/main" id="{B237D1CA-B91A-410E-A968-D017BBE99F99}"/>
              </a:ext>
            </a:extLst>
          </p:cNvPr>
          <p:cNvSpPr>
            <a:spLocks noGrp="1"/>
          </p:cNvSpPr>
          <p:nvPr>
            <p:ph type="body" sz="quarter" idx="13"/>
          </p:nvPr>
        </p:nvSpPr>
        <p:spPr>
          <a:xfrm>
            <a:off x="6300000" y="2443459"/>
            <a:ext cx="5472000" cy="358775"/>
          </a:xfrm>
        </p:spPr>
        <p:txBody>
          <a:bodyPr/>
          <a:lstStyle/>
          <a:p>
            <a:r>
              <a:rPr lang="en-US" dirty="0"/>
              <a:t>Scrum-Agile</a:t>
            </a:r>
          </a:p>
        </p:txBody>
      </p:sp>
      <p:sp>
        <p:nvSpPr>
          <p:cNvPr id="7" name="Text Placeholder 6">
            <a:extLst>
              <a:ext uri="{FF2B5EF4-FFF2-40B4-BE49-F238E27FC236}">
                <a16:creationId xmlns:a16="http://schemas.microsoft.com/office/drawing/2014/main" id="{26A87885-D672-4CF9-A78D-CFE98385B03A}"/>
              </a:ext>
            </a:extLst>
          </p:cNvPr>
          <p:cNvSpPr>
            <a:spLocks noGrp="1"/>
          </p:cNvSpPr>
          <p:nvPr>
            <p:ph type="body" sz="quarter" idx="12"/>
          </p:nvPr>
        </p:nvSpPr>
        <p:spPr>
          <a:xfrm>
            <a:off x="6299887" y="2947459"/>
            <a:ext cx="5472113" cy="2196041"/>
          </a:xfrm>
        </p:spPr>
        <p:txBody>
          <a:bodyPr/>
          <a:lstStyle/>
          <a:p>
            <a:r>
              <a:rPr lang="en-US" dirty="0"/>
              <a:t>Adaptable growth</a:t>
            </a:r>
          </a:p>
          <a:p>
            <a:r>
              <a:rPr lang="en-US" dirty="0"/>
              <a:t>Functional solution produced at each iteration</a:t>
            </a:r>
          </a:p>
          <a:p>
            <a:r>
              <a:rPr lang="en-US" dirty="0"/>
              <a:t>Defined roles with permeable avenues for cross-functional communication</a:t>
            </a:r>
          </a:p>
          <a:p>
            <a:r>
              <a:rPr lang="en-US" dirty="0"/>
              <a:t>Provides opportunity for enriching perspective and extending shared-experiences for creating better teams</a:t>
            </a:r>
          </a:p>
          <a:p>
            <a:endParaRPr lang="en-US" dirty="0"/>
          </a:p>
        </p:txBody>
      </p:sp>
      <p:sp>
        <p:nvSpPr>
          <p:cNvPr id="8" name="Slide Number Placeholder 7">
            <a:extLst>
              <a:ext uri="{FF2B5EF4-FFF2-40B4-BE49-F238E27FC236}">
                <a16:creationId xmlns:a16="http://schemas.microsoft.com/office/drawing/2014/main" id="{E6AC9832-FB01-464A-9824-61887B77997E}"/>
              </a:ext>
            </a:extLst>
          </p:cNvPr>
          <p:cNvSpPr>
            <a:spLocks noGrp="1"/>
          </p:cNvSpPr>
          <p:nvPr>
            <p:ph type="sldNum" sz="quarter" idx="33"/>
          </p:nvPr>
        </p:nvSpPr>
        <p:spPr>
          <a:xfrm>
            <a:off x="11760000" y="6371351"/>
            <a:ext cx="432000" cy="432000"/>
          </a:xfrm>
          <a:solidFill>
            <a:schemeClr val="tx1">
              <a:lumMod val="95000"/>
              <a:lumOff val="5000"/>
            </a:schemeClr>
          </a:solidFill>
        </p:spPr>
        <p:txBody>
          <a:bodyPr/>
          <a:lstStyle/>
          <a:p>
            <a:fld id="{19B51A1E-902D-48AF-9020-955120F399B6}" type="slidenum">
              <a:rPr lang="en-US" smtClean="0"/>
              <a:pPr/>
              <a:t>8</a:t>
            </a:fld>
            <a:endParaRPr lang="en-US" dirty="0"/>
          </a:p>
        </p:txBody>
      </p:sp>
    </p:spTree>
    <p:extLst>
      <p:ext uri="{BB962C8B-B14F-4D97-AF65-F5344CB8AC3E}">
        <p14:creationId xmlns:p14="http://schemas.microsoft.com/office/powerpoint/2010/main" val="3188837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conference room">
            <a:extLst>
              <a:ext uri="{FF2B5EF4-FFF2-40B4-BE49-F238E27FC236}">
                <a16:creationId xmlns:a16="http://schemas.microsoft.com/office/drawing/2014/main" id="{8F5AE0D5-C196-A947-8AFE-449A48B26153}"/>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t="45" b="45"/>
          <a:stretch>
            <a:fillRect/>
          </a:stretch>
        </p:blipFill>
        <p:spPr/>
      </p:pic>
      <p:sp>
        <p:nvSpPr>
          <p:cNvPr id="4" name="Content Placeholder 3">
            <a:extLst>
              <a:ext uri="{FF2B5EF4-FFF2-40B4-BE49-F238E27FC236}">
                <a16:creationId xmlns:a16="http://schemas.microsoft.com/office/drawing/2014/main" id="{3B86E961-B76E-423F-995E-11B31E921437}"/>
              </a:ext>
            </a:extLst>
          </p:cNvPr>
          <p:cNvSpPr>
            <a:spLocks noGrp="1"/>
          </p:cNvSpPr>
          <p:nvPr>
            <p:ph sz="half" idx="1"/>
          </p:nvPr>
        </p:nvSpPr>
        <p:spPr>
          <a:xfrm>
            <a:off x="175801" y="276122"/>
            <a:ext cx="3688896" cy="565899"/>
          </a:xfrm>
          <a:solidFill>
            <a:schemeClr val="tx1">
              <a:lumMod val="95000"/>
              <a:lumOff val="5000"/>
            </a:schemeClr>
          </a:solidFill>
        </p:spPr>
        <p:txBody>
          <a:bodyPr/>
          <a:lstStyle/>
          <a:p>
            <a:r>
              <a:rPr lang="en-US" dirty="0"/>
              <a:t>References</a:t>
            </a:r>
          </a:p>
        </p:txBody>
      </p:sp>
      <p:sp>
        <p:nvSpPr>
          <p:cNvPr id="6" name="Slide Number Placeholder 5">
            <a:extLst>
              <a:ext uri="{FF2B5EF4-FFF2-40B4-BE49-F238E27FC236}">
                <a16:creationId xmlns:a16="http://schemas.microsoft.com/office/drawing/2014/main" id="{70202D98-AA1E-41BB-B94E-180311759C13}"/>
              </a:ext>
            </a:extLst>
          </p:cNvPr>
          <p:cNvSpPr>
            <a:spLocks noGrp="1"/>
          </p:cNvSpPr>
          <p:nvPr>
            <p:ph type="sldNum" sz="quarter" idx="15"/>
          </p:nvPr>
        </p:nvSpPr>
        <p:spPr/>
        <p:txBody>
          <a:bodyPr/>
          <a:lstStyle/>
          <a:p>
            <a:fld id="{19B51A1E-902D-48AF-9020-955120F399B6}" type="slidenum">
              <a:rPr lang="en-US" smtClean="0"/>
              <a:pPr/>
              <a:t>9</a:t>
            </a:fld>
            <a:endParaRPr lang="en-US" dirty="0"/>
          </a:p>
        </p:txBody>
      </p:sp>
      <p:sp>
        <p:nvSpPr>
          <p:cNvPr id="11" name="Title 10" hidden="1">
            <a:extLst>
              <a:ext uri="{FF2B5EF4-FFF2-40B4-BE49-F238E27FC236}">
                <a16:creationId xmlns:a16="http://schemas.microsoft.com/office/drawing/2014/main" id="{C5462610-1D7E-437B-B516-F30D9A789B9B}"/>
              </a:ext>
            </a:extLst>
          </p:cNvPr>
          <p:cNvSpPr>
            <a:spLocks noGrp="1"/>
          </p:cNvSpPr>
          <p:nvPr>
            <p:ph type="title"/>
          </p:nvPr>
        </p:nvSpPr>
        <p:spPr/>
        <p:txBody>
          <a:bodyPr/>
          <a:lstStyle/>
          <a:p>
            <a:r>
              <a:rPr lang="en-US" dirty="0"/>
              <a:t>Large image</a:t>
            </a:r>
          </a:p>
        </p:txBody>
      </p:sp>
      <p:sp>
        <p:nvSpPr>
          <p:cNvPr id="2" name="TextBox 1">
            <a:extLst>
              <a:ext uri="{FF2B5EF4-FFF2-40B4-BE49-F238E27FC236}">
                <a16:creationId xmlns:a16="http://schemas.microsoft.com/office/drawing/2014/main" id="{11C84496-58F3-450D-03D6-6840A80361B2}"/>
              </a:ext>
            </a:extLst>
          </p:cNvPr>
          <p:cNvSpPr txBox="1"/>
          <p:nvPr/>
        </p:nvSpPr>
        <p:spPr>
          <a:xfrm>
            <a:off x="1101212" y="1286301"/>
            <a:ext cx="9202993" cy="2585323"/>
          </a:xfrm>
          <a:prstGeom prst="rect">
            <a:avLst/>
          </a:prstGeom>
          <a:solidFill>
            <a:schemeClr val="bg1"/>
          </a:solidFill>
        </p:spPr>
        <p:txBody>
          <a:bodyPr wrap="square" rtlCol="0">
            <a:spAutoFit/>
          </a:bodyPr>
          <a:lstStyle/>
          <a:p>
            <a:pPr marL="342900" indent="-342900">
              <a:buAutoNum type="arabicPeriod"/>
            </a:pPr>
            <a:r>
              <a:rPr lang="en-US" dirty="0"/>
              <a:t>Scrum Alliance. (n.d.). </a:t>
            </a:r>
            <a:r>
              <a:rPr lang="en-US" i="1" dirty="0"/>
              <a:t>What is agile - Everything you need to know to get started</a:t>
            </a:r>
            <a:r>
              <a:rPr lang="en-US" dirty="0"/>
              <a:t>. </a:t>
            </a:r>
            <a:r>
              <a:rPr lang="en-US" dirty="0">
                <a:hlinkClick r:id="rId3"/>
              </a:rPr>
              <a:t>https://www.scrumalliance.org/what-is-agile</a:t>
            </a:r>
            <a:endParaRPr lang="en-US" dirty="0"/>
          </a:p>
          <a:p>
            <a:pPr marL="342900" indent="-342900">
              <a:buAutoNum type="arabicPeriod"/>
            </a:pPr>
            <a:r>
              <a:rPr lang="en-US" dirty="0"/>
              <a:t>Scrum.org. (n.d.). </a:t>
            </a:r>
            <a:r>
              <a:rPr lang="en-US" i="1" dirty="0"/>
              <a:t>What is Scrum?</a:t>
            </a:r>
            <a:r>
              <a:rPr lang="en-US" dirty="0"/>
              <a:t> </a:t>
            </a:r>
            <a:r>
              <a:rPr lang="en-US" dirty="0">
                <a:hlinkClick r:id="rId4"/>
              </a:rPr>
              <a:t>https://www.scrum.org/resources/what-scrum-module</a:t>
            </a:r>
            <a:endParaRPr lang="en-US" dirty="0"/>
          </a:p>
          <a:p>
            <a:pPr marL="342900" indent="-342900">
              <a:buAutoNum type="arabicPeriod"/>
            </a:pPr>
            <a:r>
              <a:rPr lang="en-US" dirty="0"/>
              <a:t>Figure 1 </a:t>
            </a:r>
            <a:r>
              <a:rPr lang="en-US" dirty="0">
                <a:sym typeface="Wingdings" panose="05000000000000000000" pitchFamily="2" charset="2"/>
              </a:rPr>
              <a:t> </a:t>
            </a:r>
            <a:r>
              <a:rPr lang="en-US" dirty="0">
                <a:hlinkClick r:id="rId5"/>
              </a:rPr>
              <a:t>https://www.visual-paradigm.com/servlet/editor-content/scrum/what-are-scrum-events/sites/7/2018/11/scrum-roles-artifacts-events.png</a:t>
            </a:r>
            <a:endParaRPr lang="en-US" dirty="0"/>
          </a:p>
          <a:p>
            <a:pPr marL="342900" indent="-342900">
              <a:buAutoNum type="arabicPeriod"/>
            </a:pPr>
            <a:r>
              <a:rPr lang="en-US" dirty="0"/>
              <a:t>Iqbal, M. (2024, February 3). </a:t>
            </a:r>
            <a:r>
              <a:rPr lang="en-US" i="1" dirty="0"/>
              <a:t>Which Scrum events are time boxed?</a:t>
            </a:r>
            <a:r>
              <a:rPr lang="en-US" dirty="0"/>
              <a:t> Rebel Scrum. </a:t>
            </a:r>
            <a:r>
              <a:rPr lang="en-US" dirty="0">
                <a:hlinkClick r:id="rId6"/>
              </a:rPr>
              <a:t>https://www.rebelscrum.site/post/which-scrum-events-are-time-boxed</a:t>
            </a:r>
            <a:endParaRPr lang="en-US" dirty="0"/>
          </a:p>
          <a:p>
            <a:pPr marL="342900" indent="-342900">
              <a:buFontTx/>
              <a:buAutoNum type="arabicPeriod"/>
            </a:pPr>
            <a:r>
              <a:rPr lang="en-US" dirty="0"/>
              <a:t>Kneafsey, S. (n.d.). </a:t>
            </a:r>
            <a:r>
              <a:rPr lang="en-US" i="1" dirty="0"/>
              <a:t>The five Scrum events</a:t>
            </a:r>
            <a:r>
              <a:rPr lang="en-US" dirty="0"/>
              <a:t>. TheScrumMaster.co.uk. </a:t>
            </a:r>
            <a:r>
              <a:rPr lang="en-US" dirty="0">
                <a:hlinkClick r:id="rId7"/>
              </a:rPr>
              <a:t>https://www.thescrummaster.co.uk/scrum/the-five-scrum-events/</a:t>
            </a:r>
            <a:endParaRPr lang="en-US" dirty="0"/>
          </a:p>
        </p:txBody>
      </p:sp>
      <p:pic>
        <p:nvPicPr>
          <p:cNvPr id="3" name="Picture 2">
            <a:extLst>
              <a:ext uri="{FF2B5EF4-FFF2-40B4-BE49-F238E27FC236}">
                <a16:creationId xmlns:a16="http://schemas.microsoft.com/office/drawing/2014/main" id="{CA507D3C-9B6B-E7C5-972B-707F2F00FD7E}"/>
              </a:ext>
            </a:extLst>
          </p:cNvPr>
          <p:cNvPicPr>
            <a:picLocks noChangeAspect="1"/>
          </p:cNvPicPr>
          <p:nvPr/>
        </p:nvPicPr>
        <p:blipFill>
          <a:blip r:embed="rId8"/>
          <a:stretch>
            <a:fillRect/>
          </a:stretch>
        </p:blipFill>
        <p:spPr>
          <a:xfrm>
            <a:off x="10187270" y="5892441"/>
            <a:ext cx="1286543" cy="910910"/>
          </a:xfrm>
          <a:prstGeom prst="rect">
            <a:avLst/>
          </a:prstGeom>
        </p:spPr>
      </p:pic>
    </p:spTree>
    <p:extLst>
      <p:ext uri="{BB962C8B-B14F-4D97-AF65-F5344CB8AC3E}">
        <p14:creationId xmlns:p14="http://schemas.microsoft.com/office/powerpoint/2010/main" val="665219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Placeholder 31" descr="hand clapping">
            <a:extLst>
              <a:ext uri="{FF2B5EF4-FFF2-40B4-BE49-F238E27FC236}">
                <a16:creationId xmlns:a16="http://schemas.microsoft.com/office/drawing/2014/main" id="{AAB6EE12-FEF8-FB41-A909-0DA61D7725C7}"/>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14" name="Title 13">
            <a:extLst>
              <a:ext uri="{FF2B5EF4-FFF2-40B4-BE49-F238E27FC236}">
                <a16:creationId xmlns:a16="http://schemas.microsoft.com/office/drawing/2014/main" id="{6C38D7A9-9299-4108-BB08-026F4B9CAE7B}"/>
              </a:ext>
            </a:extLst>
          </p:cNvPr>
          <p:cNvSpPr>
            <a:spLocks noGrp="1"/>
          </p:cNvSpPr>
          <p:nvPr>
            <p:ph type="ctrTitle"/>
          </p:nvPr>
        </p:nvSpPr>
        <p:spPr/>
        <p:txBody>
          <a:bodyPr/>
          <a:lstStyle/>
          <a:p>
            <a:r>
              <a:rPr lang="en-US" dirty="0"/>
              <a:t>Thank You</a:t>
            </a:r>
          </a:p>
        </p:txBody>
      </p:sp>
      <p:sp>
        <p:nvSpPr>
          <p:cNvPr id="4" name="Text Placeholder 3">
            <a:extLst>
              <a:ext uri="{FF2B5EF4-FFF2-40B4-BE49-F238E27FC236}">
                <a16:creationId xmlns:a16="http://schemas.microsoft.com/office/drawing/2014/main" id="{60828E04-9C2A-4859-8050-C2DF67A249CB}"/>
              </a:ext>
            </a:extLst>
          </p:cNvPr>
          <p:cNvSpPr>
            <a:spLocks noGrp="1"/>
          </p:cNvSpPr>
          <p:nvPr>
            <p:ph type="body" sz="quarter" idx="15"/>
          </p:nvPr>
        </p:nvSpPr>
        <p:spPr>
          <a:solidFill>
            <a:schemeClr val="tx1">
              <a:lumMod val="75000"/>
              <a:lumOff val="25000"/>
            </a:schemeClr>
          </a:solidFill>
        </p:spPr>
        <p:txBody>
          <a:bodyPr/>
          <a:lstStyle/>
          <a:p>
            <a:r>
              <a:rPr lang="en-US" dirty="0"/>
              <a:t>James Cummings</a:t>
            </a:r>
          </a:p>
        </p:txBody>
      </p:sp>
      <p:pic>
        <p:nvPicPr>
          <p:cNvPr id="8" name="Graphic 7" descr="User" title="Icon - Presenter Name">
            <a:extLst>
              <a:ext uri="{FF2B5EF4-FFF2-40B4-BE49-F238E27FC236}">
                <a16:creationId xmlns:a16="http://schemas.microsoft.com/office/drawing/2014/main" id="{111541C4-DB03-4E53-994D-499C7D73C4D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85495" y="4006655"/>
            <a:ext cx="218900" cy="218900"/>
          </a:xfrm>
          <a:prstGeom prst="rect">
            <a:avLst/>
          </a:prstGeom>
        </p:spPr>
      </p:pic>
      <p:sp>
        <p:nvSpPr>
          <p:cNvPr id="5" name="Text Placeholder 4">
            <a:extLst>
              <a:ext uri="{FF2B5EF4-FFF2-40B4-BE49-F238E27FC236}">
                <a16:creationId xmlns:a16="http://schemas.microsoft.com/office/drawing/2014/main" id="{11265965-2271-4C1C-BD0A-6F85F80FF9A6}"/>
              </a:ext>
            </a:extLst>
          </p:cNvPr>
          <p:cNvSpPr>
            <a:spLocks noGrp="1"/>
          </p:cNvSpPr>
          <p:nvPr>
            <p:ph type="body" sz="quarter" idx="16"/>
          </p:nvPr>
        </p:nvSpPr>
        <p:spPr>
          <a:solidFill>
            <a:schemeClr val="tx1">
              <a:lumMod val="75000"/>
              <a:lumOff val="25000"/>
            </a:schemeClr>
          </a:solidFill>
        </p:spPr>
        <p:txBody>
          <a:bodyPr/>
          <a:lstStyle/>
          <a:p>
            <a:r>
              <a:rPr lang="en-US" dirty="0"/>
              <a:t>1-270-401-5860</a:t>
            </a:r>
          </a:p>
        </p:txBody>
      </p:sp>
      <p:pic>
        <p:nvPicPr>
          <p:cNvPr id="10" name="Graphic 9" descr="Smart Phone" title="Icon - Presenter Phone Number">
            <a:extLst>
              <a:ext uri="{FF2B5EF4-FFF2-40B4-BE49-F238E27FC236}">
                <a16:creationId xmlns:a16="http://schemas.microsoft.com/office/drawing/2014/main" id="{A29DE31C-E099-4579-BB03-675E0A40C5F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485495" y="4355103"/>
            <a:ext cx="218900" cy="218900"/>
          </a:xfrm>
          <a:prstGeom prst="rect">
            <a:avLst/>
          </a:prstGeom>
        </p:spPr>
      </p:pic>
      <p:sp>
        <p:nvSpPr>
          <p:cNvPr id="6" name="Text Placeholder 5">
            <a:extLst>
              <a:ext uri="{FF2B5EF4-FFF2-40B4-BE49-F238E27FC236}">
                <a16:creationId xmlns:a16="http://schemas.microsoft.com/office/drawing/2014/main" id="{50A3BCC3-A277-4C0B-9EBA-EB53990D8EBD}"/>
              </a:ext>
            </a:extLst>
          </p:cNvPr>
          <p:cNvSpPr>
            <a:spLocks noGrp="1"/>
          </p:cNvSpPr>
          <p:nvPr>
            <p:ph type="body" sz="quarter" idx="17"/>
          </p:nvPr>
        </p:nvSpPr>
        <p:spPr>
          <a:solidFill>
            <a:schemeClr val="tx1">
              <a:lumMod val="75000"/>
              <a:lumOff val="25000"/>
            </a:schemeClr>
          </a:solidFill>
        </p:spPr>
        <p:txBody>
          <a:bodyPr/>
          <a:lstStyle/>
          <a:p>
            <a:r>
              <a:rPr lang="en-US" dirty="0"/>
              <a:t>jamescummings3@snhu.edu</a:t>
            </a:r>
          </a:p>
        </p:txBody>
      </p:sp>
      <p:pic>
        <p:nvPicPr>
          <p:cNvPr id="9" name="Graphic 8" descr="Envelope" title="Icon Presenter Email">
            <a:extLst>
              <a:ext uri="{FF2B5EF4-FFF2-40B4-BE49-F238E27FC236}">
                <a16:creationId xmlns:a16="http://schemas.microsoft.com/office/drawing/2014/main" id="{773C1382-ACE1-460F-A1B6-AB761A7D2E6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485495" y="4703551"/>
            <a:ext cx="218900" cy="218900"/>
          </a:xfrm>
          <a:prstGeom prst="rect">
            <a:avLst/>
          </a:prstGeom>
        </p:spPr>
      </p:pic>
      <p:sp>
        <p:nvSpPr>
          <p:cNvPr id="16" name="Text Placeholder 15">
            <a:extLst>
              <a:ext uri="{FF2B5EF4-FFF2-40B4-BE49-F238E27FC236}">
                <a16:creationId xmlns:a16="http://schemas.microsoft.com/office/drawing/2014/main" id="{FD8A1232-50A8-4535-AAF9-7F4180EAA0DD}"/>
              </a:ext>
            </a:extLst>
          </p:cNvPr>
          <p:cNvSpPr>
            <a:spLocks noGrp="1"/>
          </p:cNvSpPr>
          <p:nvPr>
            <p:ph type="body" sz="quarter" idx="18"/>
          </p:nvPr>
        </p:nvSpPr>
        <p:spPr>
          <a:solidFill>
            <a:schemeClr val="tx1">
              <a:lumMod val="75000"/>
              <a:lumOff val="25000"/>
            </a:schemeClr>
          </a:solidFill>
        </p:spPr>
        <p:txBody>
          <a:bodyPr/>
          <a:lstStyle/>
          <a:p>
            <a:endParaRPr lang="en-US" dirty="0"/>
          </a:p>
        </p:txBody>
      </p:sp>
      <p:pic>
        <p:nvPicPr>
          <p:cNvPr id="11" name="Graphic 10" descr="Link">
            <a:extLst>
              <a:ext uri="{FF2B5EF4-FFF2-40B4-BE49-F238E27FC236}">
                <a16:creationId xmlns:a16="http://schemas.microsoft.com/office/drawing/2014/main" id="{0718E6E0-05A2-479C-AEA8-1A385EB7347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472552" y="5040763"/>
            <a:ext cx="244786" cy="244786"/>
          </a:xfrm>
          <a:prstGeom prst="rect">
            <a:avLst/>
          </a:prstGeom>
        </p:spPr>
      </p:pic>
      <p:sp>
        <p:nvSpPr>
          <p:cNvPr id="12" name="Slide Number Placeholder 11">
            <a:extLst>
              <a:ext uri="{FF2B5EF4-FFF2-40B4-BE49-F238E27FC236}">
                <a16:creationId xmlns:a16="http://schemas.microsoft.com/office/drawing/2014/main" id="{91814EC9-246A-4C6E-941E-5774FE72F08E}"/>
              </a:ext>
            </a:extLst>
          </p:cNvPr>
          <p:cNvSpPr>
            <a:spLocks noGrp="1"/>
          </p:cNvSpPr>
          <p:nvPr>
            <p:ph type="sldNum" sz="quarter" idx="20"/>
          </p:nvPr>
        </p:nvSpPr>
        <p:spPr>
          <a:solidFill>
            <a:schemeClr val="tx1">
              <a:lumMod val="95000"/>
              <a:lumOff val="5000"/>
            </a:schemeClr>
          </a:solidFill>
        </p:spPr>
        <p:txBody>
          <a:bodyPr/>
          <a:lstStyle/>
          <a:p>
            <a:fld id="{19B51A1E-902D-48AF-9020-955120F399B6}" type="slidenum">
              <a:rPr lang="en-US" smtClean="0"/>
              <a:pPr/>
              <a:t>10</a:t>
            </a:fld>
            <a:endParaRPr lang="en-US" dirty="0"/>
          </a:p>
        </p:txBody>
      </p:sp>
      <p:pic>
        <p:nvPicPr>
          <p:cNvPr id="2" name="Picture 1">
            <a:extLst>
              <a:ext uri="{FF2B5EF4-FFF2-40B4-BE49-F238E27FC236}">
                <a16:creationId xmlns:a16="http://schemas.microsoft.com/office/drawing/2014/main" id="{51475BDE-0895-38A8-903D-087E2F205A96}"/>
              </a:ext>
            </a:extLst>
          </p:cNvPr>
          <p:cNvPicPr>
            <a:picLocks noChangeAspect="1"/>
          </p:cNvPicPr>
          <p:nvPr/>
        </p:nvPicPr>
        <p:blipFill>
          <a:blip r:embed="rId7"/>
          <a:stretch>
            <a:fillRect/>
          </a:stretch>
        </p:blipFill>
        <p:spPr>
          <a:xfrm>
            <a:off x="10187270" y="5892441"/>
            <a:ext cx="1286543" cy="910910"/>
          </a:xfrm>
          <a:prstGeom prst="rect">
            <a:avLst/>
          </a:prstGeom>
        </p:spPr>
      </p:pic>
    </p:spTree>
    <p:extLst>
      <p:ext uri="{BB962C8B-B14F-4D97-AF65-F5344CB8AC3E}">
        <p14:creationId xmlns:p14="http://schemas.microsoft.com/office/powerpoint/2010/main" val="4153678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a:lstStyle/>
          <a:p>
            <a:r>
              <a:rPr lang="en-US" dirty="0"/>
              <a:t>Citations</a:t>
            </a:r>
          </a:p>
        </p:txBody>
      </p:sp>
      <p:sp>
        <p:nvSpPr>
          <p:cNvPr id="3" name="Text Placeholder 2">
            <a:extLst>
              <a:ext uri="{FF2B5EF4-FFF2-40B4-BE49-F238E27FC236}">
                <a16:creationId xmlns:a16="http://schemas.microsoft.com/office/drawing/2014/main" id="{9E1C54E2-35CD-4B4C-8AF6-A9BBA506FC1F}"/>
              </a:ext>
            </a:extLst>
          </p:cNvPr>
          <p:cNvSpPr>
            <a:spLocks noGrp="1"/>
          </p:cNvSpPr>
          <p:nvPr>
            <p:ph type="body" sz="quarter" idx="14"/>
          </p:nvPr>
        </p:nvSpPr>
        <p:spPr/>
        <p:txBody>
          <a:bodyPr/>
          <a:lstStyle/>
          <a:p>
            <a:pPr>
              <a:lnSpc>
                <a:spcPct val="100000"/>
              </a:lnSpc>
            </a:pPr>
            <a:r>
              <a:rPr lang="en-US" u="sng" dirty="0">
                <a:solidFill>
                  <a:srgbClr val="0070C0"/>
                </a:solidFill>
                <a:hlinkClick r:id="rId2">
                  <a:extLst>
                    <a:ext uri="{A12FA001-AC4F-418D-AE19-62706E023703}">
                      <ahyp:hlinkClr xmlns:ahyp="http://schemas.microsoft.com/office/drawing/2018/hyperlinkcolor" val="tx"/>
                    </a:ext>
                  </a:extLst>
                </a:hlinkClick>
              </a:rPr>
              <a:t>Template Editing Instructions and Feedback</a:t>
            </a:r>
            <a:endParaRPr lang="en-US" u="sng" dirty="0">
              <a:solidFill>
                <a:srgbClr val="0070C0"/>
              </a:solidFill>
            </a:endParaRPr>
          </a:p>
        </p:txBody>
      </p:sp>
      <p:sp>
        <p:nvSpPr>
          <p:cNvPr id="2" name="Slide Number Placeholder 1">
            <a:extLst>
              <a:ext uri="{FF2B5EF4-FFF2-40B4-BE49-F238E27FC236}">
                <a16:creationId xmlns:a16="http://schemas.microsoft.com/office/drawing/2014/main" id="{CB78354A-41D5-43F7-A38D-3C946669B3C8}"/>
              </a:ext>
            </a:extLst>
          </p:cNvPr>
          <p:cNvSpPr>
            <a:spLocks noGrp="1"/>
          </p:cNvSpPr>
          <p:nvPr>
            <p:ph type="sldNum" sz="quarter" idx="13"/>
          </p:nvPr>
        </p:nvSpPr>
        <p:spPr>
          <a:solidFill>
            <a:schemeClr val="tx1">
              <a:lumMod val="95000"/>
              <a:lumOff val="5000"/>
            </a:schemeClr>
          </a:solidFill>
        </p:spPr>
        <p:txBody>
          <a:bodyPr/>
          <a:lstStyle/>
          <a:p>
            <a:fld id="{19B51A1E-902D-48AF-9020-955120F399B6}" type="slidenum">
              <a:rPr lang="en-US" smtClean="0"/>
              <a:pPr/>
              <a:t>11</a:t>
            </a:fld>
            <a:endParaRPr lang="en-US" dirty="0"/>
          </a:p>
        </p:txBody>
      </p:sp>
      <p:pic>
        <p:nvPicPr>
          <p:cNvPr id="5" name="Picture 4">
            <a:extLst>
              <a:ext uri="{FF2B5EF4-FFF2-40B4-BE49-F238E27FC236}">
                <a16:creationId xmlns:a16="http://schemas.microsoft.com/office/drawing/2014/main" id="{71DDE2B4-A431-FD52-A455-2144966382CC}"/>
              </a:ext>
            </a:extLst>
          </p:cNvPr>
          <p:cNvPicPr>
            <a:picLocks noChangeAspect="1"/>
          </p:cNvPicPr>
          <p:nvPr/>
        </p:nvPicPr>
        <p:blipFill>
          <a:blip r:embed="rId3"/>
          <a:stretch>
            <a:fillRect/>
          </a:stretch>
        </p:blipFill>
        <p:spPr>
          <a:xfrm>
            <a:off x="10187270" y="5892441"/>
            <a:ext cx="1286543" cy="910910"/>
          </a:xfrm>
          <a:prstGeom prst="rect">
            <a:avLst/>
          </a:prstGeom>
        </p:spPr>
      </p:pic>
    </p:spTree>
    <p:extLst>
      <p:ext uri="{BB962C8B-B14F-4D97-AF65-F5344CB8AC3E}">
        <p14:creationId xmlns:p14="http://schemas.microsoft.com/office/powerpoint/2010/main" val="59582380"/>
      </p:ext>
    </p:extLst>
  </p:cSld>
  <p:clrMapOvr>
    <a:masterClrMapping/>
  </p:clrMapOvr>
</p:sld>
</file>

<file path=ppt/theme/theme1.xml><?xml version="1.0" encoding="utf-8"?>
<a:theme xmlns:a="http://schemas.openxmlformats.org/drawingml/2006/main" name="Custom">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9">
      <a:majorFont>
        <a:latin typeface="Corbel"/>
        <a:ea typeface=""/>
        <a:cs typeface=""/>
      </a:majorFont>
      <a:minorFont>
        <a:latin typeface="Candar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6411250_Bright business presentation_AAS_v3" id="{675E8371-EC70-4345-8B64-A71003B56298}" vid="{0F92AA19-00D6-4C71-B13F-219D7994A0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B8E15EA0-2F38-456B-B156-038699A5D17F}">
  <ds:schemaRefs>
    <ds:schemaRef ds:uri="http://schemas.microsoft.com/sharepoint/v3/contenttype/forms"/>
  </ds:schemaRefs>
</ds:datastoreItem>
</file>

<file path=customXml/itemProps2.xml><?xml version="1.0" encoding="utf-8"?>
<ds:datastoreItem xmlns:ds="http://schemas.openxmlformats.org/officeDocument/2006/customXml" ds:itemID="{1C245E38-7A2C-4D38-96FA-24EAC5F220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F90D0D0-7C1D-47FF-A2F0-9937AA567A3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Bright business presentation</Template>
  <TotalTime>581</TotalTime>
  <Words>985</Words>
  <Application>Microsoft Office PowerPoint</Application>
  <PresentationFormat>Widescreen</PresentationFormat>
  <Paragraphs>136</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Candara</vt:lpstr>
      <vt:lpstr>Corbel</vt:lpstr>
      <vt:lpstr>Times New Roman</vt:lpstr>
      <vt:lpstr>Wingdings</vt:lpstr>
      <vt:lpstr>Custom</vt:lpstr>
      <vt:lpstr>SCRUM-AGILE</vt:lpstr>
      <vt:lpstr>What is Agile?</vt:lpstr>
      <vt:lpstr>What is Scrum?</vt:lpstr>
      <vt:lpstr>The “How?” of Scrum-Agile</vt:lpstr>
      <vt:lpstr>Scrum Roles</vt:lpstr>
      <vt:lpstr>Scrum Events</vt:lpstr>
      <vt:lpstr>Scrum Artifacts</vt:lpstr>
      <vt:lpstr>Comparison</vt:lpstr>
      <vt:lpstr>Large image</vt:lpstr>
      <vt:lpstr>Thank You</vt:lpstr>
      <vt:lpstr>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Cummings</dc:creator>
  <cp:lastModifiedBy>James Cummings</cp:lastModifiedBy>
  <cp:revision>1</cp:revision>
  <dcterms:created xsi:type="dcterms:W3CDTF">2026-06-19T00:07:36Z</dcterms:created>
  <dcterms:modified xsi:type="dcterms:W3CDTF">2026-06-22T00:20:37Z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